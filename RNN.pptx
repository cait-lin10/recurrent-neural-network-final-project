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58" r:id="rId4"/>
    <p:sldId id="268" r:id="rId5"/>
    <p:sldId id="269" r:id="rId6"/>
    <p:sldId id="273" r:id="rId7"/>
    <p:sldId id="270" r:id="rId8"/>
    <p:sldId id="271" r:id="rId9"/>
    <p:sldId id="261" r:id="rId10"/>
    <p:sldId id="266" r:id="rId11"/>
    <p:sldId id="263" r:id="rId12"/>
    <p:sldId id="264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82"/>
  </p:normalViewPr>
  <p:slideViewPr>
    <p:cSldViewPr snapToGrid="0">
      <p:cViewPr varScale="1">
        <p:scale>
          <a:sx n="125" d="100"/>
          <a:sy n="125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hyperlink" Target="https://archive.ics.uci.edu/dataset/228/sms+spam+collection" TargetMode="Externa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8.svg"/><Relationship Id="rId5" Type="http://schemas.openxmlformats.org/officeDocument/2006/relationships/hyperlink" Target="https://archive.ics.uci.edu/dataset/228/sms+spam+collection" TargetMode="External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3451CB-4F1A-4F1A-BEDC-B66B296D581B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F644CB-3C42-4D5E-9D10-A63F9CA496F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Problem</a:t>
          </a:r>
        </a:p>
      </dgm:t>
    </dgm:pt>
    <dgm:pt modelId="{E2A1A6B0-4039-4950-9BC8-3D80DEED8680}" type="parTrans" cxnId="{38854663-67A8-4DBC-B04E-FEB991AA9216}">
      <dgm:prSet/>
      <dgm:spPr/>
      <dgm:t>
        <a:bodyPr/>
        <a:lstStyle/>
        <a:p>
          <a:endParaRPr lang="en-US"/>
        </a:p>
      </dgm:t>
    </dgm:pt>
    <dgm:pt modelId="{0758C488-3E4A-4226-A080-C159B54837EF}" type="sibTrans" cxnId="{38854663-67A8-4DBC-B04E-FEB991AA9216}">
      <dgm:prSet/>
      <dgm:spPr/>
      <dgm:t>
        <a:bodyPr/>
        <a:lstStyle/>
        <a:p>
          <a:endParaRPr lang="en-US"/>
        </a:p>
      </dgm:t>
    </dgm:pt>
    <dgm:pt modelId="{F55CAB80-BDC0-4398-A465-EC62170F34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Spam text messages are common</a:t>
          </a:r>
        </a:p>
      </dgm:t>
    </dgm:pt>
    <dgm:pt modelId="{B22642C9-00C4-4F23-A346-90A7E8E9DA36}" type="parTrans" cxnId="{720AFB06-5A9B-4127-B309-2D0E0BC73FEC}">
      <dgm:prSet/>
      <dgm:spPr/>
      <dgm:t>
        <a:bodyPr/>
        <a:lstStyle/>
        <a:p>
          <a:endParaRPr lang="en-US"/>
        </a:p>
      </dgm:t>
    </dgm:pt>
    <dgm:pt modelId="{65EEB0A0-CF7F-490D-AC6B-483C623FEB94}" type="sibTrans" cxnId="{720AFB06-5A9B-4127-B309-2D0E0BC73FEC}">
      <dgm:prSet/>
      <dgm:spPr/>
      <dgm:t>
        <a:bodyPr/>
        <a:lstStyle/>
        <a:p>
          <a:endParaRPr lang="en-US"/>
        </a:p>
      </dgm:t>
    </dgm:pt>
    <dgm:pt modelId="{A5ABBBFE-6E8B-4D3C-BAFC-2760F013D2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Spam may contain:</a:t>
          </a:r>
        </a:p>
      </dgm:t>
    </dgm:pt>
    <dgm:pt modelId="{3B2358D7-FE21-4ABD-A38C-2FCF26C8314D}" type="parTrans" cxnId="{1AE0E16E-FEF3-4D46-84B2-8D015A732E40}">
      <dgm:prSet/>
      <dgm:spPr/>
      <dgm:t>
        <a:bodyPr/>
        <a:lstStyle/>
        <a:p>
          <a:endParaRPr lang="en-US"/>
        </a:p>
      </dgm:t>
    </dgm:pt>
    <dgm:pt modelId="{655252F6-8FC1-42D2-8EB7-268F20B3F94D}" type="sibTrans" cxnId="{1AE0E16E-FEF3-4D46-84B2-8D015A732E40}">
      <dgm:prSet/>
      <dgm:spPr/>
      <dgm:t>
        <a:bodyPr/>
        <a:lstStyle/>
        <a:p>
          <a:endParaRPr lang="en-US"/>
        </a:p>
      </dgm:t>
    </dgm:pt>
    <dgm:pt modelId="{39B789DC-2FB4-48E5-A21F-654FF9F6D6EE}">
      <dgm:prSet/>
      <dgm:spPr/>
      <dgm:t>
        <a:bodyPr/>
        <a:lstStyle/>
        <a:p>
          <a:r>
            <a:rPr lang="en-US"/>
            <a:t>Scams</a:t>
          </a:r>
        </a:p>
      </dgm:t>
    </dgm:pt>
    <dgm:pt modelId="{C447A731-AD91-430A-9E89-74DB42EB02CC}" type="parTrans" cxnId="{C27CF11F-C83A-4B80-B489-D42CD7C6CA27}">
      <dgm:prSet/>
      <dgm:spPr/>
      <dgm:t>
        <a:bodyPr/>
        <a:lstStyle/>
        <a:p>
          <a:endParaRPr lang="en-US"/>
        </a:p>
      </dgm:t>
    </dgm:pt>
    <dgm:pt modelId="{9359F2FB-D712-4D2C-A072-F73F5065A19B}" type="sibTrans" cxnId="{C27CF11F-C83A-4B80-B489-D42CD7C6CA27}">
      <dgm:prSet/>
      <dgm:spPr/>
      <dgm:t>
        <a:bodyPr/>
        <a:lstStyle/>
        <a:p>
          <a:endParaRPr lang="en-US"/>
        </a:p>
      </dgm:t>
    </dgm:pt>
    <dgm:pt modelId="{E46C2BA8-D35F-4AB6-A4EC-BBFAFD9BD995}">
      <dgm:prSet/>
      <dgm:spPr/>
      <dgm:t>
        <a:bodyPr/>
        <a:lstStyle/>
        <a:p>
          <a:r>
            <a:rPr lang="en-US"/>
            <a:t>Phishing links</a:t>
          </a:r>
        </a:p>
      </dgm:t>
    </dgm:pt>
    <dgm:pt modelId="{616E929A-40FC-4A7F-B00A-B445D3641FD8}" type="parTrans" cxnId="{DE873C64-17BF-4109-A409-CA7845B11584}">
      <dgm:prSet/>
      <dgm:spPr/>
      <dgm:t>
        <a:bodyPr/>
        <a:lstStyle/>
        <a:p>
          <a:endParaRPr lang="en-US"/>
        </a:p>
      </dgm:t>
    </dgm:pt>
    <dgm:pt modelId="{C402C871-42DC-45D4-9708-5B4ADB9181AF}" type="sibTrans" cxnId="{DE873C64-17BF-4109-A409-CA7845B11584}">
      <dgm:prSet/>
      <dgm:spPr/>
      <dgm:t>
        <a:bodyPr/>
        <a:lstStyle/>
        <a:p>
          <a:endParaRPr lang="en-US"/>
        </a:p>
      </dgm:t>
    </dgm:pt>
    <dgm:pt modelId="{8CED3A52-337F-40EF-A715-48E729A4A374}">
      <dgm:prSet/>
      <dgm:spPr/>
      <dgm:t>
        <a:bodyPr/>
        <a:lstStyle/>
        <a:p>
          <a:r>
            <a:rPr lang="en-US"/>
            <a:t>Fake offers</a:t>
          </a:r>
        </a:p>
      </dgm:t>
    </dgm:pt>
    <dgm:pt modelId="{48E67E66-60D2-4D7F-96F2-A1A447FC866E}" type="parTrans" cxnId="{07985CC1-7D5E-43B3-A5B7-F27153F10BEF}">
      <dgm:prSet/>
      <dgm:spPr/>
      <dgm:t>
        <a:bodyPr/>
        <a:lstStyle/>
        <a:p>
          <a:endParaRPr lang="en-US"/>
        </a:p>
      </dgm:t>
    </dgm:pt>
    <dgm:pt modelId="{12B12974-AD5C-4426-B787-619B481AB60E}" type="sibTrans" cxnId="{07985CC1-7D5E-43B3-A5B7-F27153F10BEF}">
      <dgm:prSet/>
      <dgm:spPr/>
      <dgm:t>
        <a:bodyPr/>
        <a:lstStyle/>
        <a:p>
          <a:endParaRPr lang="en-US"/>
        </a:p>
      </dgm:t>
    </dgm:pt>
    <dgm:pt modelId="{9EAD7A3E-E70E-432E-B993-AEAE23A8643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Goal</a:t>
          </a:r>
        </a:p>
      </dgm:t>
    </dgm:pt>
    <dgm:pt modelId="{C8608BEB-B80D-4E47-BD2E-A0A5D447B497}" type="parTrans" cxnId="{91FC4838-5E35-46E1-AC01-52C12DC797F9}">
      <dgm:prSet/>
      <dgm:spPr/>
      <dgm:t>
        <a:bodyPr/>
        <a:lstStyle/>
        <a:p>
          <a:endParaRPr lang="en-US"/>
        </a:p>
      </dgm:t>
    </dgm:pt>
    <dgm:pt modelId="{BFD7BFFF-99DA-4F39-BBE1-8F7870DEFFC0}" type="sibTrans" cxnId="{91FC4838-5E35-46E1-AC01-52C12DC797F9}">
      <dgm:prSet/>
      <dgm:spPr/>
      <dgm:t>
        <a:bodyPr/>
        <a:lstStyle/>
        <a:p>
          <a:endParaRPr lang="en-US"/>
        </a:p>
      </dgm:t>
    </dgm:pt>
    <dgm:pt modelId="{8051A9A3-2A50-4DF8-A950-FB3F2710C5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a machine learning model</a:t>
          </a:r>
        </a:p>
      </dgm:t>
    </dgm:pt>
    <dgm:pt modelId="{056276F8-3D78-4819-81C6-9E7AABD58396}" type="parTrans" cxnId="{207640E3-5189-4FD4-8D57-A44FF40BE4ED}">
      <dgm:prSet/>
      <dgm:spPr/>
      <dgm:t>
        <a:bodyPr/>
        <a:lstStyle/>
        <a:p>
          <a:endParaRPr lang="en-US"/>
        </a:p>
      </dgm:t>
    </dgm:pt>
    <dgm:pt modelId="{5EAF87D7-5442-4AEE-8A40-57F42378C8EF}" type="sibTrans" cxnId="{207640E3-5189-4FD4-8D57-A44FF40BE4ED}">
      <dgm:prSet/>
      <dgm:spPr/>
      <dgm:t>
        <a:bodyPr/>
        <a:lstStyle/>
        <a:p>
          <a:endParaRPr lang="en-US"/>
        </a:p>
      </dgm:t>
    </dgm:pt>
    <dgm:pt modelId="{97C9DDA9-6E6C-4A5D-8A79-09D8B8DCDE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Predict if a message is: </a:t>
          </a:r>
        </a:p>
      </dgm:t>
    </dgm:pt>
    <dgm:pt modelId="{06F0D4AB-5780-4463-B57F-E285963DBCB6}" type="parTrans" cxnId="{4651D198-3F25-41DF-B097-B5140F02D2BE}">
      <dgm:prSet/>
      <dgm:spPr/>
      <dgm:t>
        <a:bodyPr/>
        <a:lstStyle/>
        <a:p>
          <a:endParaRPr lang="en-US"/>
        </a:p>
      </dgm:t>
    </dgm:pt>
    <dgm:pt modelId="{BB024D5E-6BA3-4952-9522-DD7A6D63FFF0}" type="sibTrans" cxnId="{4651D198-3F25-41DF-B097-B5140F02D2BE}">
      <dgm:prSet/>
      <dgm:spPr/>
      <dgm:t>
        <a:bodyPr/>
        <a:lstStyle/>
        <a:p>
          <a:endParaRPr lang="en-US"/>
        </a:p>
      </dgm:t>
    </dgm:pt>
    <dgm:pt modelId="{D848980D-DCC0-43BA-9536-D667C2FD32B2}">
      <dgm:prSet/>
      <dgm:spPr/>
      <dgm:t>
        <a:bodyPr/>
        <a:lstStyle/>
        <a:p>
          <a:r>
            <a:rPr lang="en-US"/>
            <a:t>Spam</a:t>
          </a:r>
        </a:p>
      </dgm:t>
    </dgm:pt>
    <dgm:pt modelId="{1DEBEFA2-176A-44EA-A471-F8B642A9EA97}" type="parTrans" cxnId="{E8B2CE31-E528-459E-95C5-15329C14B375}">
      <dgm:prSet/>
      <dgm:spPr/>
      <dgm:t>
        <a:bodyPr/>
        <a:lstStyle/>
        <a:p>
          <a:endParaRPr lang="en-US"/>
        </a:p>
      </dgm:t>
    </dgm:pt>
    <dgm:pt modelId="{5D4E8122-F883-4D27-AA5C-19C53BF12393}" type="sibTrans" cxnId="{E8B2CE31-E528-459E-95C5-15329C14B375}">
      <dgm:prSet/>
      <dgm:spPr/>
      <dgm:t>
        <a:bodyPr/>
        <a:lstStyle/>
        <a:p>
          <a:endParaRPr lang="en-US"/>
        </a:p>
      </dgm:t>
    </dgm:pt>
    <dgm:pt modelId="{78F88FBE-F893-4CF0-8DB6-42604C6FD646}">
      <dgm:prSet/>
      <dgm:spPr/>
      <dgm:t>
        <a:bodyPr/>
        <a:lstStyle/>
        <a:p>
          <a:r>
            <a:rPr lang="en-US"/>
            <a:t>Legitimate</a:t>
          </a:r>
        </a:p>
      </dgm:t>
    </dgm:pt>
    <dgm:pt modelId="{4F37596B-FED1-4050-BB03-EE03F710875B}" type="parTrans" cxnId="{5B47EADE-C67A-4523-979A-E4C70F9E0FF3}">
      <dgm:prSet/>
      <dgm:spPr/>
      <dgm:t>
        <a:bodyPr/>
        <a:lstStyle/>
        <a:p>
          <a:endParaRPr lang="en-US"/>
        </a:p>
      </dgm:t>
    </dgm:pt>
    <dgm:pt modelId="{A20B8EC2-E164-47DF-8EC9-B87EFB432EB6}" type="sibTrans" cxnId="{5B47EADE-C67A-4523-979A-E4C70F9E0FF3}">
      <dgm:prSet/>
      <dgm:spPr/>
      <dgm:t>
        <a:bodyPr/>
        <a:lstStyle/>
        <a:p>
          <a:endParaRPr lang="en-US"/>
        </a:p>
      </dgm:t>
    </dgm:pt>
    <dgm:pt modelId="{073BBEFF-44C9-4A93-B91B-B01F2A291B13}" type="pres">
      <dgm:prSet presAssocID="{FC3451CB-4F1A-4F1A-BEDC-B66B296D581B}" presName="root" presStyleCnt="0">
        <dgm:presLayoutVars>
          <dgm:dir/>
          <dgm:resizeHandles val="exact"/>
        </dgm:presLayoutVars>
      </dgm:prSet>
      <dgm:spPr/>
    </dgm:pt>
    <dgm:pt modelId="{D848C888-F5BA-4F6A-9622-744433851E48}" type="pres">
      <dgm:prSet presAssocID="{69F644CB-3C42-4D5E-9D10-A63F9CA496F3}" presName="compNode" presStyleCnt="0"/>
      <dgm:spPr/>
    </dgm:pt>
    <dgm:pt modelId="{5EC12F8F-CDF1-4552-8544-2D37E1FAC14E}" type="pres">
      <dgm:prSet presAssocID="{69F644CB-3C42-4D5E-9D10-A63F9CA496F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048501F3-7936-45E1-8B41-39EA9286C4B4}" type="pres">
      <dgm:prSet presAssocID="{69F644CB-3C42-4D5E-9D10-A63F9CA496F3}" presName="iconSpace" presStyleCnt="0"/>
      <dgm:spPr/>
    </dgm:pt>
    <dgm:pt modelId="{78759A8D-2435-44F4-ADFF-A948A6A321D8}" type="pres">
      <dgm:prSet presAssocID="{69F644CB-3C42-4D5E-9D10-A63F9CA496F3}" presName="parTx" presStyleLbl="revTx" presStyleIdx="0" presStyleCnt="4">
        <dgm:presLayoutVars>
          <dgm:chMax val="0"/>
          <dgm:chPref val="0"/>
        </dgm:presLayoutVars>
      </dgm:prSet>
      <dgm:spPr/>
    </dgm:pt>
    <dgm:pt modelId="{44D1A6C4-F510-4DD9-A1FF-7E7887CAE08E}" type="pres">
      <dgm:prSet presAssocID="{69F644CB-3C42-4D5E-9D10-A63F9CA496F3}" presName="txSpace" presStyleCnt="0"/>
      <dgm:spPr/>
    </dgm:pt>
    <dgm:pt modelId="{665A5B6F-187D-4CF2-8D84-737E89202BE1}" type="pres">
      <dgm:prSet presAssocID="{69F644CB-3C42-4D5E-9D10-A63F9CA496F3}" presName="desTx" presStyleLbl="revTx" presStyleIdx="1" presStyleCnt="4">
        <dgm:presLayoutVars/>
      </dgm:prSet>
      <dgm:spPr/>
    </dgm:pt>
    <dgm:pt modelId="{805F8F0B-D3FF-4CD7-A084-007AB6CC126E}" type="pres">
      <dgm:prSet presAssocID="{0758C488-3E4A-4226-A080-C159B54837EF}" presName="sibTrans" presStyleCnt="0"/>
      <dgm:spPr/>
    </dgm:pt>
    <dgm:pt modelId="{AF511729-4E8F-49EA-A716-B7A58CAA7B26}" type="pres">
      <dgm:prSet presAssocID="{9EAD7A3E-E70E-432E-B993-AEAE23A8643C}" presName="compNode" presStyleCnt="0"/>
      <dgm:spPr/>
    </dgm:pt>
    <dgm:pt modelId="{41637EB9-AE11-44F1-9DFF-6C61F070C805}" type="pres">
      <dgm:prSet presAssocID="{9EAD7A3E-E70E-432E-B993-AEAE23A8643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11B0207-F4A4-493D-A4E0-D2A404D114B2}" type="pres">
      <dgm:prSet presAssocID="{9EAD7A3E-E70E-432E-B993-AEAE23A8643C}" presName="iconSpace" presStyleCnt="0"/>
      <dgm:spPr/>
    </dgm:pt>
    <dgm:pt modelId="{E9B86444-1540-496E-ADA9-6D3D4B17BB03}" type="pres">
      <dgm:prSet presAssocID="{9EAD7A3E-E70E-432E-B993-AEAE23A8643C}" presName="parTx" presStyleLbl="revTx" presStyleIdx="2" presStyleCnt="4">
        <dgm:presLayoutVars>
          <dgm:chMax val="0"/>
          <dgm:chPref val="0"/>
        </dgm:presLayoutVars>
      </dgm:prSet>
      <dgm:spPr/>
    </dgm:pt>
    <dgm:pt modelId="{E2C65DF7-F63F-4985-8C2A-769524976A42}" type="pres">
      <dgm:prSet presAssocID="{9EAD7A3E-E70E-432E-B993-AEAE23A8643C}" presName="txSpace" presStyleCnt="0"/>
      <dgm:spPr/>
    </dgm:pt>
    <dgm:pt modelId="{7E0A8398-1125-4A9C-ADDD-82498F35D11E}" type="pres">
      <dgm:prSet presAssocID="{9EAD7A3E-E70E-432E-B993-AEAE23A8643C}" presName="desTx" presStyleLbl="revTx" presStyleIdx="3" presStyleCnt="4">
        <dgm:presLayoutVars/>
      </dgm:prSet>
      <dgm:spPr/>
    </dgm:pt>
  </dgm:ptLst>
  <dgm:cxnLst>
    <dgm:cxn modelId="{91055906-DB3B-43C4-89D4-BBB6C0CE0D00}" type="presOf" srcId="{9EAD7A3E-E70E-432E-B993-AEAE23A8643C}" destId="{E9B86444-1540-496E-ADA9-6D3D4B17BB03}" srcOrd="0" destOrd="0" presId="urn:microsoft.com/office/officeart/2018/2/layout/IconLabelDescriptionList"/>
    <dgm:cxn modelId="{720AFB06-5A9B-4127-B309-2D0E0BC73FEC}" srcId="{69F644CB-3C42-4D5E-9D10-A63F9CA496F3}" destId="{F55CAB80-BDC0-4398-A465-EC62170F3420}" srcOrd="0" destOrd="0" parTransId="{B22642C9-00C4-4F23-A346-90A7E8E9DA36}" sibTransId="{65EEB0A0-CF7F-490D-AC6B-483C623FEB94}"/>
    <dgm:cxn modelId="{3DD44407-5DB8-4BA8-BBDD-614FE1E800BE}" type="presOf" srcId="{E46C2BA8-D35F-4AB6-A4EC-BBFAFD9BD995}" destId="{665A5B6F-187D-4CF2-8D84-737E89202BE1}" srcOrd="0" destOrd="3" presId="urn:microsoft.com/office/officeart/2018/2/layout/IconLabelDescriptionList"/>
    <dgm:cxn modelId="{29292709-B7E4-4E37-9A06-39157E3A150C}" type="presOf" srcId="{A5ABBBFE-6E8B-4D3C-BAFC-2760F013D27A}" destId="{665A5B6F-187D-4CF2-8D84-737E89202BE1}" srcOrd="0" destOrd="1" presId="urn:microsoft.com/office/officeart/2018/2/layout/IconLabelDescriptionList"/>
    <dgm:cxn modelId="{C27CF11F-C83A-4B80-B489-D42CD7C6CA27}" srcId="{A5ABBBFE-6E8B-4D3C-BAFC-2760F013D27A}" destId="{39B789DC-2FB4-48E5-A21F-654FF9F6D6EE}" srcOrd="0" destOrd="0" parTransId="{C447A731-AD91-430A-9E89-74DB42EB02CC}" sibTransId="{9359F2FB-D712-4D2C-A072-F73F5065A19B}"/>
    <dgm:cxn modelId="{E8B2CE31-E528-459E-95C5-15329C14B375}" srcId="{97C9DDA9-6E6C-4A5D-8A79-09D8B8DCDEB5}" destId="{D848980D-DCC0-43BA-9536-D667C2FD32B2}" srcOrd="0" destOrd="0" parTransId="{1DEBEFA2-176A-44EA-A471-F8B642A9EA97}" sibTransId="{5D4E8122-F883-4D27-AA5C-19C53BF12393}"/>
    <dgm:cxn modelId="{91FC4838-5E35-46E1-AC01-52C12DC797F9}" srcId="{FC3451CB-4F1A-4F1A-BEDC-B66B296D581B}" destId="{9EAD7A3E-E70E-432E-B993-AEAE23A8643C}" srcOrd="1" destOrd="0" parTransId="{C8608BEB-B80D-4E47-BD2E-A0A5D447B497}" sibTransId="{BFD7BFFF-99DA-4F39-BBE1-8F7870DEFFC0}"/>
    <dgm:cxn modelId="{DB38CB3C-9D96-4F00-859B-A354B54FBF39}" type="presOf" srcId="{D848980D-DCC0-43BA-9536-D667C2FD32B2}" destId="{7E0A8398-1125-4A9C-ADDD-82498F35D11E}" srcOrd="0" destOrd="2" presId="urn:microsoft.com/office/officeart/2018/2/layout/IconLabelDescriptionList"/>
    <dgm:cxn modelId="{74701D3E-0E52-4933-83E2-58DC7F71A10F}" type="presOf" srcId="{8051A9A3-2A50-4DF8-A950-FB3F2710C5DB}" destId="{7E0A8398-1125-4A9C-ADDD-82498F35D11E}" srcOrd="0" destOrd="0" presId="urn:microsoft.com/office/officeart/2018/2/layout/IconLabelDescriptionList"/>
    <dgm:cxn modelId="{044DDF61-1940-47FE-8902-A6F11FB1B2F8}" type="presOf" srcId="{FC3451CB-4F1A-4F1A-BEDC-B66B296D581B}" destId="{073BBEFF-44C9-4A93-B91B-B01F2A291B13}" srcOrd="0" destOrd="0" presId="urn:microsoft.com/office/officeart/2018/2/layout/IconLabelDescriptionList"/>
    <dgm:cxn modelId="{38854663-67A8-4DBC-B04E-FEB991AA9216}" srcId="{FC3451CB-4F1A-4F1A-BEDC-B66B296D581B}" destId="{69F644CB-3C42-4D5E-9D10-A63F9CA496F3}" srcOrd="0" destOrd="0" parTransId="{E2A1A6B0-4039-4950-9BC8-3D80DEED8680}" sibTransId="{0758C488-3E4A-4226-A080-C159B54837EF}"/>
    <dgm:cxn modelId="{DE873C64-17BF-4109-A409-CA7845B11584}" srcId="{A5ABBBFE-6E8B-4D3C-BAFC-2760F013D27A}" destId="{E46C2BA8-D35F-4AB6-A4EC-BBFAFD9BD995}" srcOrd="1" destOrd="0" parTransId="{616E929A-40FC-4A7F-B00A-B445D3641FD8}" sibTransId="{C402C871-42DC-45D4-9708-5B4ADB9181AF}"/>
    <dgm:cxn modelId="{1AE0E16E-FEF3-4D46-84B2-8D015A732E40}" srcId="{69F644CB-3C42-4D5E-9D10-A63F9CA496F3}" destId="{A5ABBBFE-6E8B-4D3C-BAFC-2760F013D27A}" srcOrd="1" destOrd="0" parTransId="{3B2358D7-FE21-4ABD-A38C-2FCF26C8314D}" sibTransId="{655252F6-8FC1-42D2-8EB7-268F20B3F94D}"/>
    <dgm:cxn modelId="{4651D198-3F25-41DF-B097-B5140F02D2BE}" srcId="{9EAD7A3E-E70E-432E-B993-AEAE23A8643C}" destId="{97C9DDA9-6E6C-4A5D-8A79-09D8B8DCDEB5}" srcOrd="1" destOrd="0" parTransId="{06F0D4AB-5780-4463-B57F-E285963DBCB6}" sibTransId="{BB024D5E-6BA3-4952-9522-DD7A6D63FFF0}"/>
    <dgm:cxn modelId="{35DB80BB-38FE-4CF9-AB40-6E27E2AA816E}" type="presOf" srcId="{F55CAB80-BDC0-4398-A465-EC62170F3420}" destId="{665A5B6F-187D-4CF2-8D84-737E89202BE1}" srcOrd="0" destOrd="0" presId="urn:microsoft.com/office/officeart/2018/2/layout/IconLabelDescriptionList"/>
    <dgm:cxn modelId="{07985CC1-7D5E-43B3-A5B7-F27153F10BEF}" srcId="{A5ABBBFE-6E8B-4D3C-BAFC-2760F013D27A}" destId="{8CED3A52-337F-40EF-A715-48E729A4A374}" srcOrd="2" destOrd="0" parTransId="{48E67E66-60D2-4D7F-96F2-A1A447FC866E}" sibTransId="{12B12974-AD5C-4426-B787-619B481AB60E}"/>
    <dgm:cxn modelId="{4C01CEC5-D08D-414D-BD99-F92CF4E9BC21}" type="presOf" srcId="{69F644CB-3C42-4D5E-9D10-A63F9CA496F3}" destId="{78759A8D-2435-44F4-ADFF-A948A6A321D8}" srcOrd="0" destOrd="0" presId="urn:microsoft.com/office/officeart/2018/2/layout/IconLabelDescriptionList"/>
    <dgm:cxn modelId="{4C35FECA-574C-4838-A7C2-1CA57B7DCAA1}" type="presOf" srcId="{39B789DC-2FB4-48E5-A21F-654FF9F6D6EE}" destId="{665A5B6F-187D-4CF2-8D84-737E89202BE1}" srcOrd="0" destOrd="2" presId="urn:microsoft.com/office/officeart/2018/2/layout/IconLabelDescriptionList"/>
    <dgm:cxn modelId="{AEED59D1-A99D-4F5D-B89E-0E989F569855}" type="presOf" srcId="{97C9DDA9-6E6C-4A5D-8A79-09D8B8DCDEB5}" destId="{7E0A8398-1125-4A9C-ADDD-82498F35D11E}" srcOrd="0" destOrd="1" presId="urn:microsoft.com/office/officeart/2018/2/layout/IconLabelDescriptionList"/>
    <dgm:cxn modelId="{5B47EADE-C67A-4523-979A-E4C70F9E0FF3}" srcId="{97C9DDA9-6E6C-4A5D-8A79-09D8B8DCDEB5}" destId="{78F88FBE-F893-4CF0-8DB6-42604C6FD646}" srcOrd="1" destOrd="0" parTransId="{4F37596B-FED1-4050-BB03-EE03F710875B}" sibTransId="{A20B8EC2-E164-47DF-8EC9-B87EFB432EB6}"/>
    <dgm:cxn modelId="{207640E3-5189-4FD4-8D57-A44FF40BE4ED}" srcId="{9EAD7A3E-E70E-432E-B993-AEAE23A8643C}" destId="{8051A9A3-2A50-4DF8-A950-FB3F2710C5DB}" srcOrd="0" destOrd="0" parTransId="{056276F8-3D78-4819-81C6-9E7AABD58396}" sibTransId="{5EAF87D7-5442-4AEE-8A40-57F42378C8EF}"/>
    <dgm:cxn modelId="{84A109ED-7B4E-4F16-9E4E-618734E537F9}" type="presOf" srcId="{8CED3A52-337F-40EF-A715-48E729A4A374}" destId="{665A5B6F-187D-4CF2-8D84-737E89202BE1}" srcOrd="0" destOrd="4" presId="urn:microsoft.com/office/officeart/2018/2/layout/IconLabelDescriptionList"/>
    <dgm:cxn modelId="{B728DAFF-AD33-4F11-875A-19EAE5A12FB2}" type="presOf" srcId="{78F88FBE-F893-4CF0-8DB6-42604C6FD646}" destId="{7E0A8398-1125-4A9C-ADDD-82498F35D11E}" srcOrd="0" destOrd="3" presId="urn:microsoft.com/office/officeart/2018/2/layout/IconLabelDescriptionList"/>
    <dgm:cxn modelId="{C3865C33-BD90-4ED8-9AAB-70060F485044}" type="presParOf" srcId="{073BBEFF-44C9-4A93-B91B-B01F2A291B13}" destId="{D848C888-F5BA-4F6A-9622-744433851E48}" srcOrd="0" destOrd="0" presId="urn:microsoft.com/office/officeart/2018/2/layout/IconLabelDescriptionList"/>
    <dgm:cxn modelId="{90480A93-F325-4F08-97A4-1901F622ED76}" type="presParOf" srcId="{D848C888-F5BA-4F6A-9622-744433851E48}" destId="{5EC12F8F-CDF1-4552-8544-2D37E1FAC14E}" srcOrd="0" destOrd="0" presId="urn:microsoft.com/office/officeart/2018/2/layout/IconLabelDescriptionList"/>
    <dgm:cxn modelId="{1493BEC8-50AA-41BD-BD54-CEBF2EB5C455}" type="presParOf" srcId="{D848C888-F5BA-4F6A-9622-744433851E48}" destId="{048501F3-7936-45E1-8B41-39EA9286C4B4}" srcOrd="1" destOrd="0" presId="urn:microsoft.com/office/officeart/2018/2/layout/IconLabelDescriptionList"/>
    <dgm:cxn modelId="{EA067B25-24CB-49D8-9370-AAA2944CA8F9}" type="presParOf" srcId="{D848C888-F5BA-4F6A-9622-744433851E48}" destId="{78759A8D-2435-44F4-ADFF-A948A6A321D8}" srcOrd="2" destOrd="0" presId="urn:microsoft.com/office/officeart/2018/2/layout/IconLabelDescriptionList"/>
    <dgm:cxn modelId="{5D4338B5-DB45-4210-A742-AF721408527F}" type="presParOf" srcId="{D848C888-F5BA-4F6A-9622-744433851E48}" destId="{44D1A6C4-F510-4DD9-A1FF-7E7887CAE08E}" srcOrd="3" destOrd="0" presId="urn:microsoft.com/office/officeart/2018/2/layout/IconLabelDescriptionList"/>
    <dgm:cxn modelId="{E3B691EB-F2EE-4482-90D5-CF139CC4F025}" type="presParOf" srcId="{D848C888-F5BA-4F6A-9622-744433851E48}" destId="{665A5B6F-187D-4CF2-8D84-737E89202BE1}" srcOrd="4" destOrd="0" presId="urn:microsoft.com/office/officeart/2018/2/layout/IconLabelDescriptionList"/>
    <dgm:cxn modelId="{4CF369FD-309D-4A20-A714-23FCAD028BDD}" type="presParOf" srcId="{073BBEFF-44C9-4A93-B91B-B01F2A291B13}" destId="{805F8F0B-D3FF-4CD7-A084-007AB6CC126E}" srcOrd="1" destOrd="0" presId="urn:microsoft.com/office/officeart/2018/2/layout/IconLabelDescriptionList"/>
    <dgm:cxn modelId="{BA5963C9-E2D9-4FE5-B227-CFE2B95F04C4}" type="presParOf" srcId="{073BBEFF-44C9-4A93-B91B-B01F2A291B13}" destId="{AF511729-4E8F-49EA-A716-B7A58CAA7B26}" srcOrd="2" destOrd="0" presId="urn:microsoft.com/office/officeart/2018/2/layout/IconLabelDescriptionList"/>
    <dgm:cxn modelId="{0E3EDB36-8585-4292-AAE9-F6D96C4CBCAF}" type="presParOf" srcId="{AF511729-4E8F-49EA-A716-B7A58CAA7B26}" destId="{41637EB9-AE11-44F1-9DFF-6C61F070C805}" srcOrd="0" destOrd="0" presId="urn:microsoft.com/office/officeart/2018/2/layout/IconLabelDescriptionList"/>
    <dgm:cxn modelId="{4EAC8A4C-731D-4FF9-8190-237479C26497}" type="presParOf" srcId="{AF511729-4E8F-49EA-A716-B7A58CAA7B26}" destId="{711B0207-F4A4-493D-A4E0-D2A404D114B2}" srcOrd="1" destOrd="0" presId="urn:microsoft.com/office/officeart/2018/2/layout/IconLabelDescriptionList"/>
    <dgm:cxn modelId="{2C5C3D9A-2843-402A-B83F-811FD1460B41}" type="presParOf" srcId="{AF511729-4E8F-49EA-A716-B7A58CAA7B26}" destId="{E9B86444-1540-496E-ADA9-6D3D4B17BB03}" srcOrd="2" destOrd="0" presId="urn:microsoft.com/office/officeart/2018/2/layout/IconLabelDescriptionList"/>
    <dgm:cxn modelId="{ED448489-E49A-49CE-9B8B-C515377229E7}" type="presParOf" srcId="{AF511729-4E8F-49EA-A716-B7A58CAA7B26}" destId="{E2C65DF7-F63F-4985-8C2A-769524976A42}" srcOrd="3" destOrd="0" presId="urn:microsoft.com/office/officeart/2018/2/layout/IconLabelDescriptionList"/>
    <dgm:cxn modelId="{A1A84F32-AD90-46E8-8708-03C054D44298}" type="presParOf" srcId="{AF511729-4E8F-49EA-A716-B7A58CAA7B26}" destId="{7E0A8398-1125-4A9C-ADDD-82498F35D11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E44767-2A59-468D-BC84-6BFABD9A0B0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8C16B21-F79C-437F-9D48-113A97C8F9A5}">
      <dgm:prSet/>
      <dgm:spPr/>
      <dgm:t>
        <a:bodyPr/>
        <a:lstStyle/>
        <a:p>
          <a:r>
            <a:rPr lang="en-US"/>
            <a:t>SMS Spam Collection Dataset</a:t>
          </a:r>
        </a:p>
      </dgm:t>
    </dgm:pt>
    <dgm:pt modelId="{B555052F-DAFD-414E-B2E7-3FBCDEC9AC1A}" type="parTrans" cxnId="{F0FEE27A-FF93-4C4B-A6A5-CF154C7A97DD}">
      <dgm:prSet/>
      <dgm:spPr/>
      <dgm:t>
        <a:bodyPr/>
        <a:lstStyle/>
        <a:p>
          <a:endParaRPr lang="en-US"/>
        </a:p>
      </dgm:t>
    </dgm:pt>
    <dgm:pt modelId="{78BD3101-F488-46B3-B823-D0806EFABB1B}" type="sibTrans" cxnId="{F0FEE27A-FF93-4C4B-A6A5-CF154C7A97DD}">
      <dgm:prSet/>
      <dgm:spPr/>
      <dgm:t>
        <a:bodyPr/>
        <a:lstStyle/>
        <a:p>
          <a:endParaRPr lang="en-US"/>
        </a:p>
      </dgm:t>
    </dgm:pt>
    <dgm:pt modelId="{7D5239BF-6B16-4892-8EA2-90A7186E5E2A}">
      <dgm:prSet/>
      <dgm:spPr/>
      <dgm:t>
        <a:bodyPr/>
        <a:lstStyle/>
        <a:p>
          <a:r>
            <a:rPr lang="en-US"/>
            <a:t>Dataset from the UCI Machine Learning repository</a:t>
          </a:r>
        </a:p>
      </dgm:t>
    </dgm:pt>
    <dgm:pt modelId="{15670117-B5F9-46EC-9CB1-FF08DE4B6E17}" type="parTrans" cxnId="{B9EA5632-57F4-471E-BC98-CEB7C1560F68}">
      <dgm:prSet/>
      <dgm:spPr/>
      <dgm:t>
        <a:bodyPr/>
        <a:lstStyle/>
        <a:p>
          <a:endParaRPr lang="en-US"/>
        </a:p>
      </dgm:t>
    </dgm:pt>
    <dgm:pt modelId="{ADFBDE4B-8C80-429A-A326-48E99F0B6E09}" type="sibTrans" cxnId="{B9EA5632-57F4-471E-BC98-CEB7C1560F68}">
      <dgm:prSet/>
      <dgm:spPr/>
      <dgm:t>
        <a:bodyPr/>
        <a:lstStyle/>
        <a:p>
          <a:endParaRPr lang="en-US"/>
        </a:p>
      </dgm:t>
    </dgm:pt>
    <dgm:pt modelId="{D69458DD-4BE8-4F19-B880-348DC337CE48}">
      <dgm:prSet/>
      <dgm:spPr/>
      <dgm:t>
        <a:bodyPr/>
        <a:lstStyle/>
        <a:p>
          <a:r>
            <a:rPr lang="en-US"/>
            <a:t>Total messages: 5572</a:t>
          </a:r>
        </a:p>
      </dgm:t>
    </dgm:pt>
    <dgm:pt modelId="{2033C4E1-4337-418D-8F85-392A1534E008}" type="parTrans" cxnId="{38D114DB-F5E1-478D-BF1F-87FCFB8FE663}">
      <dgm:prSet/>
      <dgm:spPr/>
      <dgm:t>
        <a:bodyPr/>
        <a:lstStyle/>
        <a:p>
          <a:endParaRPr lang="en-US"/>
        </a:p>
      </dgm:t>
    </dgm:pt>
    <dgm:pt modelId="{51CF2B4A-E4AA-4690-B9C9-5279B59528ED}" type="sibTrans" cxnId="{38D114DB-F5E1-478D-BF1F-87FCFB8FE663}">
      <dgm:prSet/>
      <dgm:spPr/>
      <dgm:t>
        <a:bodyPr/>
        <a:lstStyle/>
        <a:p>
          <a:endParaRPr lang="en-US"/>
        </a:p>
      </dgm:t>
    </dgm:pt>
    <dgm:pt modelId="{1D749176-D99F-452C-804A-3E6EA3E516D7}">
      <dgm:prSet/>
      <dgm:spPr/>
      <dgm:t>
        <a:bodyPr/>
        <a:lstStyle/>
        <a:p>
          <a:r>
            <a:rPr lang="en-US" dirty="0"/>
            <a:t>Link: </a:t>
          </a:r>
          <a:r>
            <a:rPr lang="en-US" dirty="0">
              <a:hlinkClick xmlns:r="http://schemas.openxmlformats.org/officeDocument/2006/relationships" r:id="rId1"/>
            </a:rPr>
            <a:t>https://archive.ics.uci.edu/dataset/228/sms+spam+collection</a:t>
          </a:r>
          <a:endParaRPr lang="en-US" dirty="0"/>
        </a:p>
      </dgm:t>
    </dgm:pt>
    <dgm:pt modelId="{C2C42B33-BFEE-40E9-9219-CC3F47E42CD3}" type="parTrans" cxnId="{296E8A4F-402C-4550-A567-A8BC5FFA333A}">
      <dgm:prSet/>
      <dgm:spPr/>
      <dgm:t>
        <a:bodyPr/>
        <a:lstStyle/>
        <a:p>
          <a:endParaRPr lang="en-US"/>
        </a:p>
      </dgm:t>
    </dgm:pt>
    <dgm:pt modelId="{9EFE4A3C-AFA1-431D-B57A-22825350DB35}" type="sibTrans" cxnId="{296E8A4F-402C-4550-A567-A8BC5FFA333A}">
      <dgm:prSet/>
      <dgm:spPr/>
      <dgm:t>
        <a:bodyPr/>
        <a:lstStyle/>
        <a:p>
          <a:endParaRPr lang="en-US"/>
        </a:p>
      </dgm:t>
    </dgm:pt>
    <dgm:pt modelId="{AC7E5BCF-43C3-4BE2-AEC3-4D4E2C28EB40}">
      <dgm:prSet/>
      <dgm:spPr/>
      <dgm:t>
        <a:bodyPr/>
        <a:lstStyle/>
        <a:p>
          <a:r>
            <a:rPr lang="en-US"/>
            <a:t>Categories:</a:t>
          </a:r>
        </a:p>
      </dgm:t>
    </dgm:pt>
    <dgm:pt modelId="{56272DFA-88CD-44BC-A010-7FC491A096F7}" type="parTrans" cxnId="{4379EAFC-A687-4B77-BD74-790D08E965A4}">
      <dgm:prSet/>
      <dgm:spPr/>
      <dgm:t>
        <a:bodyPr/>
        <a:lstStyle/>
        <a:p>
          <a:endParaRPr lang="en-US"/>
        </a:p>
      </dgm:t>
    </dgm:pt>
    <dgm:pt modelId="{19BAA7CE-650F-44F5-9475-B34FE33B9C8F}" type="sibTrans" cxnId="{4379EAFC-A687-4B77-BD74-790D08E965A4}">
      <dgm:prSet/>
      <dgm:spPr/>
      <dgm:t>
        <a:bodyPr/>
        <a:lstStyle/>
        <a:p>
          <a:endParaRPr lang="en-US"/>
        </a:p>
      </dgm:t>
    </dgm:pt>
    <dgm:pt modelId="{09DF4B15-7226-4F9D-868F-4298CB96CBC2}">
      <dgm:prSet/>
      <dgm:spPr/>
      <dgm:t>
        <a:bodyPr/>
        <a:lstStyle/>
        <a:p>
          <a:r>
            <a:rPr lang="en-US"/>
            <a:t>Ham (Legitimate)</a:t>
          </a:r>
        </a:p>
      </dgm:t>
    </dgm:pt>
    <dgm:pt modelId="{E739752A-528D-4BB9-99AA-DB7105358636}" type="parTrans" cxnId="{9A67AAE6-4783-4891-A411-7C1D905D8ED6}">
      <dgm:prSet/>
      <dgm:spPr/>
      <dgm:t>
        <a:bodyPr/>
        <a:lstStyle/>
        <a:p>
          <a:endParaRPr lang="en-US"/>
        </a:p>
      </dgm:t>
    </dgm:pt>
    <dgm:pt modelId="{D2AD5F3C-4264-4812-B053-CC38025C556C}" type="sibTrans" cxnId="{9A67AAE6-4783-4891-A411-7C1D905D8ED6}">
      <dgm:prSet/>
      <dgm:spPr/>
      <dgm:t>
        <a:bodyPr/>
        <a:lstStyle/>
        <a:p>
          <a:endParaRPr lang="en-US"/>
        </a:p>
      </dgm:t>
    </dgm:pt>
    <dgm:pt modelId="{D654B46B-5E2E-43ED-9D60-3932E6757746}">
      <dgm:prSet/>
      <dgm:spPr/>
      <dgm:t>
        <a:bodyPr/>
        <a:lstStyle/>
        <a:p>
          <a:r>
            <a:rPr lang="en-US"/>
            <a:t>Spam</a:t>
          </a:r>
        </a:p>
      </dgm:t>
    </dgm:pt>
    <dgm:pt modelId="{AE5A162F-289F-48A2-AAB8-892BA1BCCCD2}" type="parTrans" cxnId="{4AC8CEF2-AF96-44FB-9510-5C089F14D2D2}">
      <dgm:prSet/>
      <dgm:spPr/>
      <dgm:t>
        <a:bodyPr/>
        <a:lstStyle/>
        <a:p>
          <a:endParaRPr lang="en-US"/>
        </a:p>
      </dgm:t>
    </dgm:pt>
    <dgm:pt modelId="{5E678242-0C7A-420E-A8C3-6DF8A52AC31A}" type="sibTrans" cxnId="{4AC8CEF2-AF96-44FB-9510-5C089F14D2D2}">
      <dgm:prSet/>
      <dgm:spPr/>
      <dgm:t>
        <a:bodyPr/>
        <a:lstStyle/>
        <a:p>
          <a:endParaRPr lang="en-US"/>
        </a:p>
      </dgm:t>
    </dgm:pt>
    <dgm:pt modelId="{ED24897B-751F-46F3-94AB-623827A62611}" type="pres">
      <dgm:prSet presAssocID="{4AE44767-2A59-468D-BC84-6BFABD9A0B0A}" presName="root" presStyleCnt="0">
        <dgm:presLayoutVars>
          <dgm:dir/>
          <dgm:resizeHandles val="exact"/>
        </dgm:presLayoutVars>
      </dgm:prSet>
      <dgm:spPr/>
    </dgm:pt>
    <dgm:pt modelId="{6B08F8E8-5199-47CA-8BA9-03446235BA8A}" type="pres">
      <dgm:prSet presAssocID="{38C16B21-F79C-437F-9D48-113A97C8F9A5}" presName="compNode" presStyleCnt="0"/>
      <dgm:spPr/>
    </dgm:pt>
    <dgm:pt modelId="{7CA4D27B-D6E2-4DC7-98BE-FACF51F6E622}" type="pres">
      <dgm:prSet presAssocID="{38C16B21-F79C-437F-9D48-113A97C8F9A5}" presName="bgRect" presStyleLbl="bgShp" presStyleIdx="0" presStyleCnt="5"/>
      <dgm:spPr/>
    </dgm:pt>
    <dgm:pt modelId="{D9897474-26DF-475F-9B9D-B38A911884F6}" type="pres">
      <dgm:prSet presAssocID="{38C16B21-F79C-437F-9D48-113A97C8F9A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7AFCB2C-F7FF-4C8A-9FB9-91A90B0092F9}" type="pres">
      <dgm:prSet presAssocID="{38C16B21-F79C-437F-9D48-113A97C8F9A5}" presName="spaceRect" presStyleCnt="0"/>
      <dgm:spPr/>
    </dgm:pt>
    <dgm:pt modelId="{5F79F654-470E-4EB3-820D-3AC849E39CC4}" type="pres">
      <dgm:prSet presAssocID="{38C16B21-F79C-437F-9D48-113A97C8F9A5}" presName="parTx" presStyleLbl="revTx" presStyleIdx="0" presStyleCnt="6">
        <dgm:presLayoutVars>
          <dgm:chMax val="0"/>
          <dgm:chPref val="0"/>
        </dgm:presLayoutVars>
      </dgm:prSet>
      <dgm:spPr/>
    </dgm:pt>
    <dgm:pt modelId="{ADE867B3-5A10-40EA-BB4E-21E7E45BE824}" type="pres">
      <dgm:prSet presAssocID="{78BD3101-F488-46B3-B823-D0806EFABB1B}" presName="sibTrans" presStyleCnt="0"/>
      <dgm:spPr/>
    </dgm:pt>
    <dgm:pt modelId="{3C17653A-672F-4CAC-AFDB-C9FA10B77503}" type="pres">
      <dgm:prSet presAssocID="{7D5239BF-6B16-4892-8EA2-90A7186E5E2A}" presName="compNode" presStyleCnt="0"/>
      <dgm:spPr/>
    </dgm:pt>
    <dgm:pt modelId="{C09E3966-E088-4C0C-B9C0-A26D0739F9DC}" type="pres">
      <dgm:prSet presAssocID="{7D5239BF-6B16-4892-8EA2-90A7186E5E2A}" presName="bgRect" presStyleLbl="bgShp" presStyleIdx="1" presStyleCnt="5"/>
      <dgm:spPr/>
    </dgm:pt>
    <dgm:pt modelId="{7DEA5903-3CDA-4E2D-97A5-DFC16583DA5C}" type="pres">
      <dgm:prSet presAssocID="{7D5239BF-6B16-4892-8EA2-90A7186E5E2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6912C5D-2912-44D1-B040-F8C4A0A3B068}" type="pres">
      <dgm:prSet presAssocID="{7D5239BF-6B16-4892-8EA2-90A7186E5E2A}" presName="spaceRect" presStyleCnt="0"/>
      <dgm:spPr/>
    </dgm:pt>
    <dgm:pt modelId="{8F1F4872-4C39-4D61-8D0D-6DFC7A0722EF}" type="pres">
      <dgm:prSet presAssocID="{7D5239BF-6B16-4892-8EA2-90A7186E5E2A}" presName="parTx" presStyleLbl="revTx" presStyleIdx="1" presStyleCnt="6">
        <dgm:presLayoutVars>
          <dgm:chMax val="0"/>
          <dgm:chPref val="0"/>
        </dgm:presLayoutVars>
      </dgm:prSet>
      <dgm:spPr/>
    </dgm:pt>
    <dgm:pt modelId="{9BDCADDC-40AA-44AA-B781-9E929F7686F6}" type="pres">
      <dgm:prSet presAssocID="{ADFBDE4B-8C80-429A-A326-48E99F0B6E09}" presName="sibTrans" presStyleCnt="0"/>
      <dgm:spPr/>
    </dgm:pt>
    <dgm:pt modelId="{DE5A90D6-EBE2-421B-87A4-4C1A3EAA5BC8}" type="pres">
      <dgm:prSet presAssocID="{D69458DD-4BE8-4F19-B880-348DC337CE48}" presName="compNode" presStyleCnt="0"/>
      <dgm:spPr/>
    </dgm:pt>
    <dgm:pt modelId="{93C56BDD-D79C-47B4-815E-63E88712762C}" type="pres">
      <dgm:prSet presAssocID="{D69458DD-4BE8-4F19-B880-348DC337CE48}" presName="bgRect" presStyleLbl="bgShp" presStyleIdx="2" presStyleCnt="5"/>
      <dgm:spPr/>
    </dgm:pt>
    <dgm:pt modelId="{21B7F22C-FCBA-46FF-80A3-246DDFCD994B}" type="pres">
      <dgm:prSet presAssocID="{D69458DD-4BE8-4F19-B880-348DC337CE4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95EEA6AF-70CD-42D2-A9E0-E6DE9E381494}" type="pres">
      <dgm:prSet presAssocID="{D69458DD-4BE8-4F19-B880-348DC337CE48}" presName="spaceRect" presStyleCnt="0"/>
      <dgm:spPr/>
    </dgm:pt>
    <dgm:pt modelId="{1FDBA9BF-2389-4209-AF59-2C55B8A55F48}" type="pres">
      <dgm:prSet presAssocID="{D69458DD-4BE8-4F19-B880-348DC337CE48}" presName="parTx" presStyleLbl="revTx" presStyleIdx="2" presStyleCnt="6">
        <dgm:presLayoutVars>
          <dgm:chMax val="0"/>
          <dgm:chPref val="0"/>
        </dgm:presLayoutVars>
      </dgm:prSet>
      <dgm:spPr/>
    </dgm:pt>
    <dgm:pt modelId="{F4260843-8FDB-4F38-AE30-D1E7837BEAF1}" type="pres">
      <dgm:prSet presAssocID="{51CF2B4A-E4AA-4690-B9C9-5279B59528ED}" presName="sibTrans" presStyleCnt="0"/>
      <dgm:spPr/>
    </dgm:pt>
    <dgm:pt modelId="{215D4B0A-46FA-4F8C-A420-8DC5CB8BFDF2}" type="pres">
      <dgm:prSet presAssocID="{1D749176-D99F-452C-804A-3E6EA3E516D7}" presName="compNode" presStyleCnt="0"/>
      <dgm:spPr/>
    </dgm:pt>
    <dgm:pt modelId="{59FBD279-AE45-449D-B2B3-06C18FCC1599}" type="pres">
      <dgm:prSet presAssocID="{1D749176-D99F-452C-804A-3E6EA3E516D7}" presName="bgRect" presStyleLbl="bgShp" presStyleIdx="3" presStyleCnt="5"/>
      <dgm:spPr/>
    </dgm:pt>
    <dgm:pt modelId="{A9E2E51D-999A-40F3-8D64-697492DE9CFB}" type="pres">
      <dgm:prSet presAssocID="{1D749176-D99F-452C-804A-3E6EA3E516D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EF5FDBE9-69C4-4D08-8E7D-29964DB544B9}" type="pres">
      <dgm:prSet presAssocID="{1D749176-D99F-452C-804A-3E6EA3E516D7}" presName="spaceRect" presStyleCnt="0"/>
      <dgm:spPr/>
    </dgm:pt>
    <dgm:pt modelId="{778D8A9C-89DD-4308-8DDD-0AE0526103B0}" type="pres">
      <dgm:prSet presAssocID="{1D749176-D99F-452C-804A-3E6EA3E516D7}" presName="parTx" presStyleLbl="revTx" presStyleIdx="3" presStyleCnt="6">
        <dgm:presLayoutVars>
          <dgm:chMax val="0"/>
          <dgm:chPref val="0"/>
        </dgm:presLayoutVars>
      </dgm:prSet>
      <dgm:spPr/>
    </dgm:pt>
    <dgm:pt modelId="{EEB13DD5-22D5-4E96-ACD6-9AE068AD4837}" type="pres">
      <dgm:prSet presAssocID="{9EFE4A3C-AFA1-431D-B57A-22825350DB35}" presName="sibTrans" presStyleCnt="0"/>
      <dgm:spPr/>
    </dgm:pt>
    <dgm:pt modelId="{10207DAD-1350-46B2-A9C1-0AF6A7CBC2AD}" type="pres">
      <dgm:prSet presAssocID="{AC7E5BCF-43C3-4BE2-AEC3-4D4E2C28EB40}" presName="compNode" presStyleCnt="0"/>
      <dgm:spPr/>
    </dgm:pt>
    <dgm:pt modelId="{6729755D-63D3-410C-9014-D74C79F870BC}" type="pres">
      <dgm:prSet presAssocID="{AC7E5BCF-43C3-4BE2-AEC3-4D4E2C28EB40}" presName="bgRect" presStyleLbl="bgShp" presStyleIdx="4" presStyleCnt="5"/>
      <dgm:spPr/>
    </dgm:pt>
    <dgm:pt modelId="{2B764129-9542-4E3E-ADE4-A087BD176553}" type="pres">
      <dgm:prSet presAssocID="{AC7E5BCF-43C3-4BE2-AEC3-4D4E2C28EB4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mster"/>
        </a:ext>
      </dgm:extLst>
    </dgm:pt>
    <dgm:pt modelId="{57EC7437-3A80-4A96-8A94-7B455AF6310C}" type="pres">
      <dgm:prSet presAssocID="{AC7E5BCF-43C3-4BE2-AEC3-4D4E2C28EB40}" presName="spaceRect" presStyleCnt="0"/>
      <dgm:spPr/>
    </dgm:pt>
    <dgm:pt modelId="{E45255B1-1453-4DB1-ABBC-DA1AAE4FA66A}" type="pres">
      <dgm:prSet presAssocID="{AC7E5BCF-43C3-4BE2-AEC3-4D4E2C28EB40}" presName="parTx" presStyleLbl="revTx" presStyleIdx="4" presStyleCnt="6">
        <dgm:presLayoutVars>
          <dgm:chMax val="0"/>
          <dgm:chPref val="0"/>
        </dgm:presLayoutVars>
      </dgm:prSet>
      <dgm:spPr/>
    </dgm:pt>
    <dgm:pt modelId="{389B0267-9346-4E6F-B8BA-8B8D8EF90DB1}" type="pres">
      <dgm:prSet presAssocID="{AC7E5BCF-43C3-4BE2-AEC3-4D4E2C28EB40}" presName="desTx" presStyleLbl="revTx" presStyleIdx="5" presStyleCnt="6">
        <dgm:presLayoutVars/>
      </dgm:prSet>
      <dgm:spPr/>
    </dgm:pt>
  </dgm:ptLst>
  <dgm:cxnLst>
    <dgm:cxn modelId="{FCF54E31-7020-45BE-95FA-EBB27A0615D7}" type="presOf" srcId="{38C16B21-F79C-437F-9D48-113A97C8F9A5}" destId="{5F79F654-470E-4EB3-820D-3AC849E39CC4}" srcOrd="0" destOrd="0" presId="urn:microsoft.com/office/officeart/2018/2/layout/IconVerticalSolidList"/>
    <dgm:cxn modelId="{B9EA5632-57F4-471E-BC98-CEB7C1560F68}" srcId="{4AE44767-2A59-468D-BC84-6BFABD9A0B0A}" destId="{7D5239BF-6B16-4892-8EA2-90A7186E5E2A}" srcOrd="1" destOrd="0" parTransId="{15670117-B5F9-46EC-9CB1-FF08DE4B6E17}" sibTransId="{ADFBDE4B-8C80-429A-A326-48E99F0B6E09}"/>
    <dgm:cxn modelId="{6303AD45-03A4-47F9-9EB4-DD026EF31839}" type="presOf" srcId="{1D749176-D99F-452C-804A-3E6EA3E516D7}" destId="{778D8A9C-89DD-4308-8DDD-0AE0526103B0}" srcOrd="0" destOrd="0" presId="urn:microsoft.com/office/officeart/2018/2/layout/IconVerticalSolidList"/>
    <dgm:cxn modelId="{296E8A4F-402C-4550-A567-A8BC5FFA333A}" srcId="{4AE44767-2A59-468D-BC84-6BFABD9A0B0A}" destId="{1D749176-D99F-452C-804A-3E6EA3E516D7}" srcOrd="3" destOrd="0" parTransId="{C2C42B33-BFEE-40E9-9219-CC3F47E42CD3}" sibTransId="{9EFE4A3C-AFA1-431D-B57A-22825350DB35}"/>
    <dgm:cxn modelId="{38E77759-C327-4737-A7BA-89E3C088C73F}" type="presOf" srcId="{D69458DD-4BE8-4F19-B880-348DC337CE48}" destId="{1FDBA9BF-2389-4209-AF59-2C55B8A55F48}" srcOrd="0" destOrd="0" presId="urn:microsoft.com/office/officeart/2018/2/layout/IconVerticalSolidList"/>
    <dgm:cxn modelId="{6064E05F-D7AF-41F3-9313-EFA9DFC90AD9}" type="presOf" srcId="{D654B46B-5E2E-43ED-9D60-3932E6757746}" destId="{389B0267-9346-4E6F-B8BA-8B8D8EF90DB1}" srcOrd="0" destOrd="1" presId="urn:microsoft.com/office/officeart/2018/2/layout/IconVerticalSolidList"/>
    <dgm:cxn modelId="{F0FEE27A-FF93-4C4B-A6A5-CF154C7A97DD}" srcId="{4AE44767-2A59-468D-BC84-6BFABD9A0B0A}" destId="{38C16B21-F79C-437F-9D48-113A97C8F9A5}" srcOrd="0" destOrd="0" parTransId="{B555052F-DAFD-414E-B2E7-3FBCDEC9AC1A}" sibTransId="{78BD3101-F488-46B3-B823-D0806EFABB1B}"/>
    <dgm:cxn modelId="{3EC7C29F-4096-40A0-B31C-17DEB2432E28}" type="presOf" srcId="{AC7E5BCF-43C3-4BE2-AEC3-4D4E2C28EB40}" destId="{E45255B1-1453-4DB1-ABBC-DA1AAE4FA66A}" srcOrd="0" destOrd="0" presId="urn:microsoft.com/office/officeart/2018/2/layout/IconVerticalSolidList"/>
    <dgm:cxn modelId="{DEA17DA0-CBC4-4571-8488-E6B6F023556F}" type="presOf" srcId="{7D5239BF-6B16-4892-8EA2-90A7186E5E2A}" destId="{8F1F4872-4C39-4D61-8D0D-6DFC7A0722EF}" srcOrd="0" destOrd="0" presId="urn:microsoft.com/office/officeart/2018/2/layout/IconVerticalSolidList"/>
    <dgm:cxn modelId="{38D114DB-F5E1-478D-BF1F-87FCFB8FE663}" srcId="{4AE44767-2A59-468D-BC84-6BFABD9A0B0A}" destId="{D69458DD-4BE8-4F19-B880-348DC337CE48}" srcOrd="2" destOrd="0" parTransId="{2033C4E1-4337-418D-8F85-392A1534E008}" sibTransId="{51CF2B4A-E4AA-4690-B9C9-5279B59528ED}"/>
    <dgm:cxn modelId="{9777E3E0-19DD-4E2C-8717-8288BC8AAFE1}" type="presOf" srcId="{09DF4B15-7226-4F9D-868F-4298CB96CBC2}" destId="{389B0267-9346-4E6F-B8BA-8B8D8EF90DB1}" srcOrd="0" destOrd="0" presId="urn:microsoft.com/office/officeart/2018/2/layout/IconVerticalSolidList"/>
    <dgm:cxn modelId="{8069A4E2-ACAB-4769-AAA7-76E8DAF2B525}" type="presOf" srcId="{4AE44767-2A59-468D-BC84-6BFABD9A0B0A}" destId="{ED24897B-751F-46F3-94AB-623827A62611}" srcOrd="0" destOrd="0" presId="urn:microsoft.com/office/officeart/2018/2/layout/IconVerticalSolidList"/>
    <dgm:cxn modelId="{9A67AAE6-4783-4891-A411-7C1D905D8ED6}" srcId="{AC7E5BCF-43C3-4BE2-AEC3-4D4E2C28EB40}" destId="{09DF4B15-7226-4F9D-868F-4298CB96CBC2}" srcOrd="0" destOrd="0" parTransId="{E739752A-528D-4BB9-99AA-DB7105358636}" sibTransId="{D2AD5F3C-4264-4812-B053-CC38025C556C}"/>
    <dgm:cxn modelId="{4AC8CEF2-AF96-44FB-9510-5C089F14D2D2}" srcId="{AC7E5BCF-43C3-4BE2-AEC3-4D4E2C28EB40}" destId="{D654B46B-5E2E-43ED-9D60-3932E6757746}" srcOrd="1" destOrd="0" parTransId="{AE5A162F-289F-48A2-AAB8-892BA1BCCCD2}" sibTransId="{5E678242-0C7A-420E-A8C3-6DF8A52AC31A}"/>
    <dgm:cxn modelId="{4379EAFC-A687-4B77-BD74-790D08E965A4}" srcId="{4AE44767-2A59-468D-BC84-6BFABD9A0B0A}" destId="{AC7E5BCF-43C3-4BE2-AEC3-4D4E2C28EB40}" srcOrd="4" destOrd="0" parTransId="{56272DFA-88CD-44BC-A010-7FC491A096F7}" sibTransId="{19BAA7CE-650F-44F5-9475-B34FE33B9C8F}"/>
    <dgm:cxn modelId="{D1FA5AD4-BAA6-4EDD-AF8D-1AD386192B6C}" type="presParOf" srcId="{ED24897B-751F-46F3-94AB-623827A62611}" destId="{6B08F8E8-5199-47CA-8BA9-03446235BA8A}" srcOrd="0" destOrd="0" presId="urn:microsoft.com/office/officeart/2018/2/layout/IconVerticalSolidList"/>
    <dgm:cxn modelId="{45E2D8EB-C608-4620-B975-2AEA12D601C7}" type="presParOf" srcId="{6B08F8E8-5199-47CA-8BA9-03446235BA8A}" destId="{7CA4D27B-D6E2-4DC7-98BE-FACF51F6E622}" srcOrd="0" destOrd="0" presId="urn:microsoft.com/office/officeart/2018/2/layout/IconVerticalSolidList"/>
    <dgm:cxn modelId="{B75A286B-663E-415E-B61A-569DD56234F9}" type="presParOf" srcId="{6B08F8E8-5199-47CA-8BA9-03446235BA8A}" destId="{D9897474-26DF-475F-9B9D-B38A911884F6}" srcOrd="1" destOrd="0" presId="urn:microsoft.com/office/officeart/2018/2/layout/IconVerticalSolidList"/>
    <dgm:cxn modelId="{E5122F5F-F55A-4760-B26B-87B1CF286CC0}" type="presParOf" srcId="{6B08F8E8-5199-47CA-8BA9-03446235BA8A}" destId="{37AFCB2C-F7FF-4C8A-9FB9-91A90B0092F9}" srcOrd="2" destOrd="0" presId="urn:microsoft.com/office/officeart/2018/2/layout/IconVerticalSolidList"/>
    <dgm:cxn modelId="{8E5019D2-57F9-49D8-A60D-3796145C716C}" type="presParOf" srcId="{6B08F8E8-5199-47CA-8BA9-03446235BA8A}" destId="{5F79F654-470E-4EB3-820D-3AC849E39CC4}" srcOrd="3" destOrd="0" presId="urn:microsoft.com/office/officeart/2018/2/layout/IconVerticalSolidList"/>
    <dgm:cxn modelId="{C49D684C-9BE0-49A0-AF6D-AAAACD17ED6A}" type="presParOf" srcId="{ED24897B-751F-46F3-94AB-623827A62611}" destId="{ADE867B3-5A10-40EA-BB4E-21E7E45BE824}" srcOrd="1" destOrd="0" presId="urn:microsoft.com/office/officeart/2018/2/layout/IconVerticalSolidList"/>
    <dgm:cxn modelId="{6D2FAB62-D04F-4FB4-B101-D581E8B3960E}" type="presParOf" srcId="{ED24897B-751F-46F3-94AB-623827A62611}" destId="{3C17653A-672F-4CAC-AFDB-C9FA10B77503}" srcOrd="2" destOrd="0" presId="urn:microsoft.com/office/officeart/2018/2/layout/IconVerticalSolidList"/>
    <dgm:cxn modelId="{EFD22C77-5FE4-448B-A508-6660A31EB2F6}" type="presParOf" srcId="{3C17653A-672F-4CAC-AFDB-C9FA10B77503}" destId="{C09E3966-E088-4C0C-B9C0-A26D0739F9DC}" srcOrd="0" destOrd="0" presId="urn:microsoft.com/office/officeart/2018/2/layout/IconVerticalSolidList"/>
    <dgm:cxn modelId="{5B1D6E9E-6695-4466-AEE9-17E475DB15D7}" type="presParOf" srcId="{3C17653A-672F-4CAC-AFDB-C9FA10B77503}" destId="{7DEA5903-3CDA-4E2D-97A5-DFC16583DA5C}" srcOrd="1" destOrd="0" presId="urn:microsoft.com/office/officeart/2018/2/layout/IconVerticalSolidList"/>
    <dgm:cxn modelId="{8B1DAADF-D21F-4C35-A01D-6B093121D415}" type="presParOf" srcId="{3C17653A-672F-4CAC-AFDB-C9FA10B77503}" destId="{16912C5D-2912-44D1-B040-F8C4A0A3B068}" srcOrd="2" destOrd="0" presId="urn:microsoft.com/office/officeart/2018/2/layout/IconVerticalSolidList"/>
    <dgm:cxn modelId="{4E57CC28-4980-4E63-B40C-A76183849A56}" type="presParOf" srcId="{3C17653A-672F-4CAC-AFDB-C9FA10B77503}" destId="{8F1F4872-4C39-4D61-8D0D-6DFC7A0722EF}" srcOrd="3" destOrd="0" presId="urn:microsoft.com/office/officeart/2018/2/layout/IconVerticalSolidList"/>
    <dgm:cxn modelId="{5C838901-32E9-4516-8C8C-66A2483C6824}" type="presParOf" srcId="{ED24897B-751F-46F3-94AB-623827A62611}" destId="{9BDCADDC-40AA-44AA-B781-9E929F7686F6}" srcOrd="3" destOrd="0" presId="urn:microsoft.com/office/officeart/2018/2/layout/IconVerticalSolidList"/>
    <dgm:cxn modelId="{D3CDEC12-D9CA-4EFC-B200-8B64E150049C}" type="presParOf" srcId="{ED24897B-751F-46F3-94AB-623827A62611}" destId="{DE5A90D6-EBE2-421B-87A4-4C1A3EAA5BC8}" srcOrd="4" destOrd="0" presId="urn:microsoft.com/office/officeart/2018/2/layout/IconVerticalSolidList"/>
    <dgm:cxn modelId="{507855F8-1064-4C0F-805A-3BB31FA49C3D}" type="presParOf" srcId="{DE5A90D6-EBE2-421B-87A4-4C1A3EAA5BC8}" destId="{93C56BDD-D79C-47B4-815E-63E88712762C}" srcOrd="0" destOrd="0" presId="urn:microsoft.com/office/officeart/2018/2/layout/IconVerticalSolidList"/>
    <dgm:cxn modelId="{70312167-FA11-400F-BD2C-331C8DD56626}" type="presParOf" srcId="{DE5A90D6-EBE2-421B-87A4-4C1A3EAA5BC8}" destId="{21B7F22C-FCBA-46FF-80A3-246DDFCD994B}" srcOrd="1" destOrd="0" presId="urn:microsoft.com/office/officeart/2018/2/layout/IconVerticalSolidList"/>
    <dgm:cxn modelId="{9C6F187C-D9C0-4A75-840F-B54A0ED7698B}" type="presParOf" srcId="{DE5A90D6-EBE2-421B-87A4-4C1A3EAA5BC8}" destId="{95EEA6AF-70CD-42D2-A9E0-E6DE9E381494}" srcOrd="2" destOrd="0" presId="urn:microsoft.com/office/officeart/2018/2/layout/IconVerticalSolidList"/>
    <dgm:cxn modelId="{74A826D1-0A3C-4F73-A794-01B6DFD8FB48}" type="presParOf" srcId="{DE5A90D6-EBE2-421B-87A4-4C1A3EAA5BC8}" destId="{1FDBA9BF-2389-4209-AF59-2C55B8A55F48}" srcOrd="3" destOrd="0" presId="urn:microsoft.com/office/officeart/2018/2/layout/IconVerticalSolidList"/>
    <dgm:cxn modelId="{25DA2555-66C0-45EE-80E6-AA1A996E2980}" type="presParOf" srcId="{ED24897B-751F-46F3-94AB-623827A62611}" destId="{F4260843-8FDB-4F38-AE30-D1E7837BEAF1}" srcOrd="5" destOrd="0" presId="urn:microsoft.com/office/officeart/2018/2/layout/IconVerticalSolidList"/>
    <dgm:cxn modelId="{97953380-5365-4A92-B4C9-BB92856318FA}" type="presParOf" srcId="{ED24897B-751F-46F3-94AB-623827A62611}" destId="{215D4B0A-46FA-4F8C-A420-8DC5CB8BFDF2}" srcOrd="6" destOrd="0" presId="urn:microsoft.com/office/officeart/2018/2/layout/IconVerticalSolidList"/>
    <dgm:cxn modelId="{4245CDFE-B145-443A-ABA7-449D2D5B01EE}" type="presParOf" srcId="{215D4B0A-46FA-4F8C-A420-8DC5CB8BFDF2}" destId="{59FBD279-AE45-449D-B2B3-06C18FCC1599}" srcOrd="0" destOrd="0" presId="urn:microsoft.com/office/officeart/2018/2/layout/IconVerticalSolidList"/>
    <dgm:cxn modelId="{940560E7-D2FF-47E8-BC51-4EF41D9421FF}" type="presParOf" srcId="{215D4B0A-46FA-4F8C-A420-8DC5CB8BFDF2}" destId="{A9E2E51D-999A-40F3-8D64-697492DE9CFB}" srcOrd="1" destOrd="0" presId="urn:microsoft.com/office/officeart/2018/2/layout/IconVerticalSolidList"/>
    <dgm:cxn modelId="{8F69B463-486E-478D-A8D9-527AE2AABC17}" type="presParOf" srcId="{215D4B0A-46FA-4F8C-A420-8DC5CB8BFDF2}" destId="{EF5FDBE9-69C4-4D08-8E7D-29964DB544B9}" srcOrd="2" destOrd="0" presId="urn:microsoft.com/office/officeart/2018/2/layout/IconVerticalSolidList"/>
    <dgm:cxn modelId="{5839DA8F-BAA9-4D6D-BD2C-819F69889CC4}" type="presParOf" srcId="{215D4B0A-46FA-4F8C-A420-8DC5CB8BFDF2}" destId="{778D8A9C-89DD-4308-8DDD-0AE0526103B0}" srcOrd="3" destOrd="0" presId="urn:microsoft.com/office/officeart/2018/2/layout/IconVerticalSolidList"/>
    <dgm:cxn modelId="{5D4DF348-42AB-4B59-9F4C-916FF4B22A88}" type="presParOf" srcId="{ED24897B-751F-46F3-94AB-623827A62611}" destId="{EEB13DD5-22D5-4E96-ACD6-9AE068AD4837}" srcOrd="7" destOrd="0" presId="urn:microsoft.com/office/officeart/2018/2/layout/IconVerticalSolidList"/>
    <dgm:cxn modelId="{9BF557FF-4E2A-4364-A95A-E47E392B114E}" type="presParOf" srcId="{ED24897B-751F-46F3-94AB-623827A62611}" destId="{10207DAD-1350-46B2-A9C1-0AF6A7CBC2AD}" srcOrd="8" destOrd="0" presId="urn:microsoft.com/office/officeart/2018/2/layout/IconVerticalSolidList"/>
    <dgm:cxn modelId="{15695EDD-866A-4688-ACD1-4E83F78D2B82}" type="presParOf" srcId="{10207DAD-1350-46B2-A9C1-0AF6A7CBC2AD}" destId="{6729755D-63D3-410C-9014-D74C79F870BC}" srcOrd="0" destOrd="0" presId="urn:microsoft.com/office/officeart/2018/2/layout/IconVerticalSolidList"/>
    <dgm:cxn modelId="{2EBE164E-C575-4003-B40A-E7193D7D6D56}" type="presParOf" srcId="{10207DAD-1350-46B2-A9C1-0AF6A7CBC2AD}" destId="{2B764129-9542-4E3E-ADE4-A087BD176553}" srcOrd="1" destOrd="0" presId="urn:microsoft.com/office/officeart/2018/2/layout/IconVerticalSolidList"/>
    <dgm:cxn modelId="{C77E944D-09C8-4F51-A693-3DEC2CE53849}" type="presParOf" srcId="{10207DAD-1350-46B2-A9C1-0AF6A7CBC2AD}" destId="{57EC7437-3A80-4A96-8A94-7B455AF6310C}" srcOrd="2" destOrd="0" presId="urn:microsoft.com/office/officeart/2018/2/layout/IconVerticalSolidList"/>
    <dgm:cxn modelId="{D2E1904D-932B-49BD-8D20-6526D54CA15A}" type="presParOf" srcId="{10207DAD-1350-46B2-A9C1-0AF6A7CBC2AD}" destId="{E45255B1-1453-4DB1-ABBC-DA1AAE4FA66A}" srcOrd="3" destOrd="0" presId="urn:microsoft.com/office/officeart/2018/2/layout/IconVerticalSolidList"/>
    <dgm:cxn modelId="{DC5CF107-DF8D-47C0-A060-3EFA4BA2BD2F}" type="presParOf" srcId="{10207DAD-1350-46B2-A9C1-0AF6A7CBC2AD}" destId="{389B0267-9346-4E6F-B8BA-8B8D8EF90DB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2578B4-4768-4607-9025-4880D68CBEB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ED40ED-E96D-4FF3-8BFC-514FFBA7A9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Machine Learning Method</a:t>
          </a:r>
        </a:p>
      </dgm:t>
    </dgm:pt>
    <dgm:pt modelId="{A4B6A12E-6A2E-43D3-97D5-2FDD0A99EFB0}" type="parTrans" cxnId="{A5514ED8-E0C4-49BA-B3C0-511C99537F2A}">
      <dgm:prSet/>
      <dgm:spPr/>
      <dgm:t>
        <a:bodyPr/>
        <a:lstStyle/>
        <a:p>
          <a:endParaRPr lang="en-US"/>
        </a:p>
      </dgm:t>
    </dgm:pt>
    <dgm:pt modelId="{9835958B-3279-4680-BE8D-7DDB22F32811}" type="sibTrans" cxnId="{A5514ED8-E0C4-49BA-B3C0-511C99537F2A}">
      <dgm:prSet/>
      <dgm:spPr/>
      <dgm:t>
        <a:bodyPr/>
        <a:lstStyle/>
        <a:p>
          <a:endParaRPr lang="en-US"/>
        </a:p>
      </dgm:t>
    </dgm:pt>
    <dgm:pt modelId="{D9238708-A90F-4A07-9530-377F65BAD9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a Recurrent Neural Network (RNN)</a:t>
          </a:r>
        </a:p>
      </dgm:t>
    </dgm:pt>
    <dgm:pt modelId="{DB003E72-88EA-4ACD-ACB6-9BF0F46A3487}" type="parTrans" cxnId="{04A23935-8520-4C4E-A4FC-566D6A27497C}">
      <dgm:prSet/>
      <dgm:spPr/>
      <dgm:t>
        <a:bodyPr/>
        <a:lstStyle/>
        <a:p>
          <a:endParaRPr lang="en-US"/>
        </a:p>
      </dgm:t>
    </dgm:pt>
    <dgm:pt modelId="{9B7F3A2E-3F9C-4CEB-A96B-5D8A7E6BA935}" type="sibTrans" cxnId="{04A23935-8520-4C4E-A4FC-566D6A27497C}">
      <dgm:prSet/>
      <dgm:spPr/>
      <dgm:t>
        <a:bodyPr/>
        <a:lstStyle/>
        <a:p>
          <a:endParaRPr lang="en-US"/>
        </a:p>
      </dgm:t>
    </dgm:pt>
    <dgm:pt modelId="{ABFA9637-7710-46C2-A42C-64E74EEA8A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 using PyTorch</a:t>
          </a:r>
        </a:p>
      </dgm:t>
    </dgm:pt>
    <dgm:pt modelId="{3D6521E1-8DC9-4BC9-9E2C-3900E5A86076}" type="parTrans" cxnId="{58EDB367-D03C-4C60-95F3-0F97210FFDE6}">
      <dgm:prSet/>
      <dgm:spPr/>
      <dgm:t>
        <a:bodyPr/>
        <a:lstStyle/>
        <a:p>
          <a:endParaRPr lang="en-US"/>
        </a:p>
      </dgm:t>
    </dgm:pt>
    <dgm:pt modelId="{44BC8066-D7D4-4B4E-A601-869F792A13FA}" type="sibTrans" cxnId="{58EDB367-D03C-4C60-95F3-0F97210FFDE6}">
      <dgm:prSet/>
      <dgm:spPr/>
      <dgm:t>
        <a:bodyPr/>
        <a:lstStyle/>
        <a:p>
          <a:endParaRPr lang="en-US"/>
        </a:p>
      </dgm:t>
    </dgm:pt>
    <dgm:pt modelId="{0AB5187F-1995-46B7-8476-461E9744FF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Why RNN?</a:t>
          </a:r>
        </a:p>
      </dgm:t>
    </dgm:pt>
    <dgm:pt modelId="{6DB69A00-5747-4EE8-BF15-B26044218DA8}" type="parTrans" cxnId="{11A2C4BE-1E99-481C-8A2E-84989BB515D0}">
      <dgm:prSet/>
      <dgm:spPr/>
      <dgm:t>
        <a:bodyPr/>
        <a:lstStyle/>
        <a:p>
          <a:endParaRPr lang="en-US"/>
        </a:p>
      </dgm:t>
    </dgm:pt>
    <dgm:pt modelId="{91B214F9-C091-4D81-9B83-2FE013B475E6}" type="sibTrans" cxnId="{11A2C4BE-1E99-481C-8A2E-84989BB515D0}">
      <dgm:prSet/>
      <dgm:spPr/>
      <dgm:t>
        <a:bodyPr/>
        <a:lstStyle/>
        <a:p>
          <a:endParaRPr lang="en-US"/>
        </a:p>
      </dgm:t>
    </dgm:pt>
    <dgm:pt modelId="{C12DF7AD-4160-449E-B825-0D51F928DD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RNNs work well with text data</a:t>
          </a:r>
        </a:p>
      </dgm:t>
    </dgm:pt>
    <dgm:pt modelId="{2CECFDFB-C35E-4690-8ABF-AF60932D51F1}" type="parTrans" cxnId="{43544036-65A1-4E85-BF40-3E5501B94089}">
      <dgm:prSet/>
      <dgm:spPr/>
      <dgm:t>
        <a:bodyPr/>
        <a:lstStyle/>
        <a:p>
          <a:endParaRPr lang="en-US"/>
        </a:p>
      </dgm:t>
    </dgm:pt>
    <dgm:pt modelId="{97B5306C-7F50-48D6-A47B-B794F66C1CA7}" type="sibTrans" cxnId="{43544036-65A1-4E85-BF40-3E5501B94089}">
      <dgm:prSet/>
      <dgm:spPr/>
      <dgm:t>
        <a:bodyPr/>
        <a:lstStyle/>
        <a:p>
          <a:endParaRPr lang="en-US"/>
        </a:p>
      </dgm:t>
    </dgm:pt>
    <dgm:pt modelId="{8C0CDF68-08E9-496F-889A-14C9930ABB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They process information sequentially</a:t>
          </a:r>
        </a:p>
      </dgm:t>
    </dgm:pt>
    <dgm:pt modelId="{1CBA5741-008C-4BAF-8295-69861B96D199}" type="parTrans" cxnId="{0238C32D-E785-4236-8D80-A947C3ED4A0C}">
      <dgm:prSet/>
      <dgm:spPr/>
      <dgm:t>
        <a:bodyPr/>
        <a:lstStyle/>
        <a:p>
          <a:endParaRPr lang="en-US"/>
        </a:p>
      </dgm:t>
    </dgm:pt>
    <dgm:pt modelId="{7B80ADEB-CF34-41F8-83A1-6F694043867B}" type="sibTrans" cxnId="{0238C32D-E785-4236-8D80-A947C3ED4A0C}">
      <dgm:prSet/>
      <dgm:spPr/>
      <dgm:t>
        <a:bodyPr/>
        <a:lstStyle/>
        <a:p>
          <a:endParaRPr lang="en-US"/>
        </a:p>
      </dgm:t>
    </dgm:pt>
    <dgm:pt modelId="{8BBE89FE-595F-46AA-9D2B-91F5896288B8}" type="pres">
      <dgm:prSet presAssocID="{472578B4-4768-4607-9025-4880D68CBEBA}" presName="root" presStyleCnt="0">
        <dgm:presLayoutVars>
          <dgm:dir/>
          <dgm:resizeHandles val="exact"/>
        </dgm:presLayoutVars>
      </dgm:prSet>
      <dgm:spPr/>
    </dgm:pt>
    <dgm:pt modelId="{3BB5537A-3EBD-4754-9E30-3180DA8ECE78}" type="pres">
      <dgm:prSet presAssocID="{D9ED40ED-E96D-4FF3-8BFC-514FFBA7A91D}" presName="compNode" presStyleCnt="0"/>
      <dgm:spPr/>
    </dgm:pt>
    <dgm:pt modelId="{947A4E51-2247-4EED-8603-4496AF6471FC}" type="pres">
      <dgm:prSet presAssocID="{D9ED40ED-E96D-4FF3-8BFC-514FFBA7A91D}" presName="bgRect" presStyleLbl="bgShp" presStyleIdx="0" presStyleCnt="2"/>
      <dgm:spPr/>
    </dgm:pt>
    <dgm:pt modelId="{0470CDC5-0971-4B8B-AE87-630F8B633469}" type="pres">
      <dgm:prSet presAssocID="{D9ED40ED-E96D-4FF3-8BFC-514FFBA7A91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58D5132F-D54D-4C68-981A-DADB1C5E7D65}" type="pres">
      <dgm:prSet presAssocID="{D9ED40ED-E96D-4FF3-8BFC-514FFBA7A91D}" presName="spaceRect" presStyleCnt="0"/>
      <dgm:spPr/>
    </dgm:pt>
    <dgm:pt modelId="{7D080A08-36CE-4519-9A77-FAE83DCD80F2}" type="pres">
      <dgm:prSet presAssocID="{D9ED40ED-E96D-4FF3-8BFC-514FFBA7A91D}" presName="parTx" presStyleLbl="revTx" presStyleIdx="0" presStyleCnt="4">
        <dgm:presLayoutVars>
          <dgm:chMax val="0"/>
          <dgm:chPref val="0"/>
        </dgm:presLayoutVars>
      </dgm:prSet>
      <dgm:spPr/>
    </dgm:pt>
    <dgm:pt modelId="{62F1F3B0-C8B6-4DFF-8AD7-9777F06399AE}" type="pres">
      <dgm:prSet presAssocID="{D9ED40ED-E96D-4FF3-8BFC-514FFBA7A91D}" presName="desTx" presStyleLbl="revTx" presStyleIdx="1" presStyleCnt="4">
        <dgm:presLayoutVars/>
      </dgm:prSet>
      <dgm:spPr/>
    </dgm:pt>
    <dgm:pt modelId="{C45C6A95-0D5A-4BBB-9DAE-4071C89FF126}" type="pres">
      <dgm:prSet presAssocID="{9835958B-3279-4680-BE8D-7DDB22F32811}" presName="sibTrans" presStyleCnt="0"/>
      <dgm:spPr/>
    </dgm:pt>
    <dgm:pt modelId="{CE29E0F4-2F88-42E2-9F46-87554F725F92}" type="pres">
      <dgm:prSet presAssocID="{0AB5187F-1995-46B7-8476-461E9744FFC2}" presName="compNode" presStyleCnt="0"/>
      <dgm:spPr/>
    </dgm:pt>
    <dgm:pt modelId="{5CA8E36E-ED6C-4BC9-A2A1-6790F23D6E8F}" type="pres">
      <dgm:prSet presAssocID="{0AB5187F-1995-46B7-8476-461E9744FFC2}" presName="bgRect" presStyleLbl="bgShp" presStyleIdx="1" presStyleCnt="2"/>
      <dgm:spPr/>
    </dgm:pt>
    <dgm:pt modelId="{23CCA5BC-7EE2-4A15-9CFA-500D27921629}" type="pres">
      <dgm:prSet presAssocID="{0AB5187F-1995-46B7-8476-461E9744FFC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38EA606B-6132-453F-8527-80197540013F}" type="pres">
      <dgm:prSet presAssocID="{0AB5187F-1995-46B7-8476-461E9744FFC2}" presName="spaceRect" presStyleCnt="0"/>
      <dgm:spPr/>
    </dgm:pt>
    <dgm:pt modelId="{60B77A16-3FA7-4216-82D9-247F6A57EFDE}" type="pres">
      <dgm:prSet presAssocID="{0AB5187F-1995-46B7-8476-461E9744FFC2}" presName="parTx" presStyleLbl="revTx" presStyleIdx="2" presStyleCnt="4">
        <dgm:presLayoutVars>
          <dgm:chMax val="0"/>
          <dgm:chPref val="0"/>
        </dgm:presLayoutVars>
      </dgm:prSet>
      <dgm:spPr/>
    </dgm:pt>
    <dgm:pt modelId="{CC9B59EB-3CF7-45C2-BA56-CCC742E8CE2E}" type="pres">
      <dgm:prSet presAssocID="{0AB5187F-1995-46B7-8476-461E9744FFC2}" presName="desTx" presStyleLbl="revTx" presStyleIdx="3" presStyleCnt="4">
        <dgm:presLayoutVars/>
      </dgm:prSet>
      <dgm:spPr/>
    </dgm:pt>
  </dgm:ptLst>
  <dgm:cxnLst>
    <dgm:cxn modelId="{0238C32D-E785-4236-8D80-A947C3ED4A0C}" srcId="{0AB5187F-1995-46B7-8476-461E9744FFC2}" destId="{8C0CDF68-08E9-496F-889A-14C9930ABB78}" srcOrd="1" destOrd="0" parTransId="{1CBA5741-008C-4BAF-8295-69861B96D199}" sibTransId="{7B80ADEB-CF34-41F8-83A1-6F694043867B}"/>
    <dgm:cxn modelId="{04A23935-8520-4C4E-A4FC-566D6A27497C}" srcId="{D9ED40ED-E96D-4FF3-8BFC-514FFBA7A91D}" destId="{D9238708-A90F-4A07-9530-377F65BAD9D8}" srcOrd="0" destOrd="0" parTransId="{DB003E72-88EA-4ACD-ACB6-9BF0F46A3487}" sibTransId="{9B7F3A2E-3F9C-4CEB-A96B-5D8A7E6BA935}"/>
    <dgm:cxn modelId="{43544036-65A1-4E85-BF40-3E5501B94089}" srcId="{0AB5187F-1995-46B7-8476-461E9744FFC2}" destId="{C12DF7AD-4160-449E-B825-0D51F928DD6C}" srcOrd="0" destOrd="0" parTransId="{2CECFDFB-C35E-4690-8ABF-AF60932D51F1}" sibTransId="{97B5306C-7F50-48D6-A47B-B794F66C1CA7}"/>
    <dgm:cxn modelId="{0305C137-33E6-4B50-B940-FFD092A1B7EA}" type="presOf" srcId="{ABFA9637-7710-46C2-A42C-64E74EEA8AB5}" destId="{62F1F3B0-C8B6-4DFF-8AD7-9777F06399AE}" srcOrd="0" destOrd="1" presId="urn:microsoft.com/office/officeart/2018/2/layout/IconVerticalSolidList"/>
    <dgm:cxn modelId="{AC8D6763-E913-489B-B0B9-B2FCA6130E6F}" type="presOf" srcId="{0AB5187F-1995-46B7-8476-461E9744FFC2}" destId="{60B77A16-3FA7-4216-82D9-247F6A57EFDE}" srcOrd="0" destOrd="0" presId="urn:microsoft.com/office/officeart/2018/2/layout/IconVerticalSolidList"/>
    <dgm:cxn modelId="{58EDB367-D03C-4C60-95F3-0F97210FFDE6}" srcId="{D9ED40ED-E96D-4FF3-8BFC-514FFBA7A91D}" destId="{ABFA9637-7710-46C2-A42C-64E74EEA8AB5}" srcOrd="1" destOrd="0" parTransId="{3D6521E1-8DC9-4BC9-9E2C-3900E5A86076}" sibTransId="{44BC8066-D7D4-4B4E-A601-869F792A13FA}"/>
    <dgm:cxn modelId="{C81DCA9E-432D-48BD-87D7-4066373D4B9F}" type="presOf" srcId="{D9ED40ED-E96D-4FF3-8BFC-514FFBA7A91D}" destId="{7D080A08-36CE-4519-9A77-FAE83DCD80F2}" srcOrd="0" destOrd="0" presId="urn:microsoft.com/office/officeart/2018/2/layout/IconVerticalSolidList"/>
    <dgm:cxn modelId="{5AEADD9F-FFA5-4DE9-9EDF-F87081E5AB86}" type="presOf" srcId="{472578B4-4768-4607-9025-4880D68CBEBA}" destId="{8BBE89FE-595F-46AA-9D2B-91F5896288B8}" srcOrd="0" destOrd="0" presId="urn:microsoft.com/office/officeart/2018/2/layout/IconVerticalSolidList"/>
    <dgm:cxn modelId="{799E53B1-2EDF-49C7-BFF3-6D51E8D2FBD3}" type="presOf" srcId="{C12DF7AD-4160-449E-B825-0D51F928DD6C}" destId="{CC9B59EB-3CF7-45C2-BA56-CCC742E8CE2E}" srcOrd="0" destOrd="0" presId="urn:microsoft.com/office/officeart/2018/2/layout/IconVerticalSolidList"/>
    <dgm:cxn modelId="{11A2C4BE-1E99-481C-8A2E-84989BB515D0}" srcId="{472578B4-4768-4607-9025-4880D68CBEBA}" destId="{0AB5187F-1995-46B7-8476-461E9744FFC2}" srcOrd="1" destOrd="0" parTransId="{6DB69A00-5747-4EE8-BF15-B26044218DA8}" sibTransId="{91B214F9-C091-4D81-9B83-2FE013B475E6}"/>
    <dgm:cxn modelId="{B6CCC7D5-6640-4E6E-B540-9BC9C3EC9C16}" type="presOf" srcId="{8C0CDF68-08E9-496F-889A-14C9930ABB78}" destId="{CC9B59EB-3CF7-45C2-BA56-CCC742E8CE2E}" srcOrd="0" destOrd="1" presId="urn:microsoft.com/office/officeart/2018/2/layout/IconVerticalSolidList"/>
    <dgm:cxn modelId="{A5514ED8-E0C4-49BA-B3C0-511C99537F2A}" srcId="{472578B4-4768-4607-9025-4880D68CBEBA}" destId="{D9ED40ED-E96D-4FF3-8BFC-514FFBA7A91D}" srcOrd="0" destOrd="0" parTransId="{A4B6A12E-6A2E-43D3-97D5-2FDD0A99EFB0}" sibTransId="{9835958B-3279-4680-BE8D-7DDB22F32811}"/>
    <dgm:cxn modelId="{99520CEB-D295-40F0-89C6-44803CE97CF1}" type="presOf" srcId="{D9238708-A90F-4A07-9530-377F65BAD9D8}" destId="{62F1F3B0-C8B6-4DFF-8AD7-9777F06399AE}" srcOrd="0" destOrd="0" presId="urn:microsoft.com/office/officeart/2018/2/layout/IconVerticalSolidList"/>
    <dgm:cxn modelId="{BFCA0E1F-B7EA-47E6-9987-379AB32EB184}" type="presParOf" srcId="{8BBE89FE-595F-46AA-9D2B-91F5896288B8}" destId="{3BB5537A-3EBD-4754-9E30-3180DA8ECE78}" srcOrd="0" destOrd="0" presId="urn:microsoft.com/office/officeart/2018/2/layout/IconVerticalSolidList"/>
    <dgm:cxn modelId="{93C63767-7B12-40F1-8046-922FC69578C7}" type="presParOf" srcId="{3BB5537A-3EBD-4754-9E30-3180DA8ECE78}" destId="{947A4E51-2247-4EED-8603-4496AF6471FC}" srcOrd="0" destOrd="0" presId="urn:microsoft.com/office/officeart/2018/2/layout/IconVerticalSolidList"/>
    <dgm:cxn modelId="{B3468EF9-7078-48D1-AB48-585226E86239}" type="presParOf" srcId="{3BB5537A-3EBD-4754-9E30-3180DA8ECE78}" destId="{0470CDC5-0971-4B8B-AE87-630F8B633469}" srcOrd="1" destOrd="0" presId="urn:microsoft.com/office/officeart/2018/2/layout/IconVerticalSolidList"/>
    <dgm:cxn modelId="{D15B5FE6-4447-44A0-A0F3-DBEDBFD87D9D}" type="presParOf" srcId="{3BB5537A-3EBD-4754-9E30-3180DA8ECE78}" destId="{58D5132F-D54D-4C68-981A-DADB1C5E7D65}" srcOrd="2" destOrd="0" presId="urn:microsoft.com/office/officeart/2018/2/layout/IconVerticalSolidList"/>
    <dgm:cxn modelId="{CDA17AB1-C9B3-4189-8D83-9C9BB8CBC849}" type="presParOf" srcId="{3BB5537A-3EBD-4754-9E30-3180DA8ECE78}" destId="{7D080A08-36CE-4519-9A77-FAE83DCD80F2}" srcOrd="3" destOrd="0" presId="urn:microsoft.com/office/officeart/2018/2/layout/IconVerticalSolidList"/>
    <dgm:cxn modelId="{5FF5756A-3199-41AA-B884-8ACD6E32DEFC}" type="presParOf" srcId="{3BB5537A-3EBD-4754-9E30-3180DA8ECE78}" destId="{62F1F3B0-C8B6-4DFF-8AD7-9777F06399AE}" srcOrd="4" destOrd="0" presId="urn:microsoft.com/office/officeart/2018/2/layout/IconVerticalSolidList"/>
    <dgm:cxn modelId="{99E098E6-8491-49E6-8867-BF5014C3BEF1}" type="presParOf" srcId="{8BBE89FE-595F-46AA-9D2B-91F5896288B8}" destId="{C45C6A95-0D5A-4BBB-9DAE-4071C89FF126}" srcOrd="1" destOrd="0" presId="urn:microsoft.com/office/officeart/2018/2/layout/IconVerticalSolidList"/>
    <dgm:cxn modelId="{6DCA3802-EB13-4E90-9E7A-5AFD2ED7C4C9}" type="presParOf" srcId="{8BBE89FE-595F-46AA-9D2B-91F5896288B8}" destId="{CE29E0F4-2F88-42E2-9F46-87554F725F92}" srcOrd="2" destOrd="0" presId="urn:microsoft.com/office/officeart/2018/2/layout/IconVerticalSolidList"/>
    <dgm:cxn modelId="{3305E106-E231-4DF6-B86A-BFD4A2335750}" type="presParOf" srcId="{CE29E0F4-2F88-42E2-9F46-87554F725F92}" destId="{5CA8E36E-ED6C-4BC9-A2A1-6790F23D6E8F}" srcOrd="0" destOrd="0" presId="urn:microsoft.com/office/officeart/2018/2/layout/IconVerticalSolidList"/>
    <dgm:cxn modelId="{8A47E0E3-B372-41D3-AB08-43468EFC3BBE}" type="presParOf" srcId="{CE29E0F4-2F88-42E2-9F46-87554F725F92}" destId="{23CCA5BC-7EE2-4A15-9CFA-500D27921629}" srcOrd="1" destOrd="0" presId="urn:microsoft.com/office/officeart/2018/2/layout/IconVerticalSolidList"/>
    <dgm:cxn modelId="{CE2088E4-3F01-4C70-B7C9-007C3D730D80}" type="presParOf" srcId="{CE29E0F4-2F88-42E2-9F46-87554F725F92}" destId="{38EA606B-6132-453F-8527-80197540013F}" srcOrd="2" destOrd="0" presId="urn:microsoft.com/office/officeart/2018/2/layout/IconVerticalSolidList"/>
    <dgm:cxn modelId="{84084F77-7144-4DAE-97D9-D0CF43700C6D}" type="presParOf" srcId="{CE29E0F4-2F88-42E2-9F46-87554F725F92}" destId="{60B77A16-3FA7-4216-82D9-247F6A57EFDE}" srcOrd="3" destOrd="0" presId="urn:microsoft.com/office/officeart/2018/2/layout/IconVerticalSolidList"/>
    <dgm:cxn modelId="{271CBD77-1297-4D08-9DB7-F202D8CCB106}" type="presParOf" srcId="{CE29E0F4-2F88-42E2-9F46-87554F725F92}" destId="{CC9B59EB-3CF7-45C2-BA56-CCC742E8CE2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B0F180-553C-48AC-8EC2-D72576B7236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02B6C98-5ECE-473C-AD1E-31E566C63E65}">
      <dgm:prSet/>
      <dgm:spPr/>
      <dgm:t>
        <a:bodyPr/>
        <a:lstStyle/>
        <a:p>
          <a:pPr>
            <a:defRPr b="1"/>
          </a:pPr>
          <a:r>
            <a:rPr lang="en-US"/>
            <a:t>Missing Data Handling</a:t>
          </a:r>
        </a:p>
      </dgm:t>
    </dgm:pt>
    <dgm:pt modelId="{5884D7C7-EC52-4123-8F1B-43CEE2B6FA7A}" type="parTrans" cxnId="{BFEBC1E5-7A53-4B8C-90CA-FF73BB45ACB4}">
      <dgm:prSet/>
      <dgm:spPr/>
      <dgm:t>
        <a:bodyPr/>
        <a:lstStyle/>
        <a:p>
          <a:endParaRPr lang="en-US"/>
        </a:p>
      </dgm:t>
    </dgm:pt>
    <dgm:pt modelId="{7CC54AB1-1DB7-4D09-A2EB-64B357588746}" type="sibTrans" cxnId="{BFEBC1E5-7A53-4B8C-90CA-FF73BB45ACB4}">
      <dgm:prSet/>
      <dgm:spPr/>
      <dgm:t>
        <a:bodyPr/>
        <a:lstStyle/>
        <a:p>
          <a:endParaRPr lang="en-US"/>
        </a:p>
      </dgm:t>
    </dgm:pt>
    <dgm:pt modelId="{13AAAEBF-477A-458F-811D-AF6BCEEF66EE}">
      <dgm:prSet/>
      <dgm:spPr/>
      <dgm:t>
        <a:bodyPr/>
        <a:lstStyle/>
        <a:p>
          <a:r>
            <a:rPr lang="en-US"/>
            <a:t>Checked the dataset for missing values</a:t>
          </a:r>
        </a:p>
      </dgm:t>
    </dgm:pt>
    <dgm:pt modelId="{21EAD684-AD12-42EC-9D35-0DADB72B466A}" type="parTrans" cxnId="{E6A82807-6B0D-46DD-8B00-68940C50C27E}">
      <dgm:prSet/>
      <dgm:spPr/>
      <dgm:t>
        <a:bodyPr/>
        <a:lstStyle/>
        <a:p>
          <a:endParaRPr lang="en-US"/>
        </a:p>
      </dgm:t>
    </dgm:pt>
    <dgm:pt modelId="{2E6402B2-5BB3-43B4-BA00-945400FF8276}" type="sibTrans" cxnId="{E6A82807-6B0D-46DD-8B00-68940C50C27E}">
      <dgm:prSet/>
      <dgm:spPr/>
      <dgm:t>
        <a:bodyPr/>
        <a:lstStyle/>
        <a:p>
          <a:endParaRPr lang="en-US"/>
        </a:p>
      </dgm:t>
    </dgm:pt>
    <dgm:pt modelId="{01F91131-787F-4028-A01A-9061231A5357}">
      <dgm:prSet/>
      <dgm:spPr/>
      <dgm:t>
        <a:bodyPr/>
        <a:lstStyle/>
        <a:p>
          <a:r>
            <a:rPr lang="en-US"/>
            <a:t>Removed missing data using:</a:t>
          </a:r>
        </a:p>
      </dgm:t>
    </dgm:pt>
    <dgm:pt modelId="{2DDE8288-D36F-4B25-99D7-88F5E6B5B016}" type="parTrans" cxnId="{3575BBEC-762C-473F-AB30-D5EE7D371FB9}">
      <dgm:prSet/>
      <dgm:spPr/>
      <dgm:t>
        <a:bodyPr/>
        <a:lstStyle/>
        <a:p>
          <a:endParaRPr lang="en-US"/>
        </a:p>
      </dgm:t>
    </dgm:pt>
    <dgm:pt modelId="{C46D35B3-312D-42D5-8DAA-D092A31D0B2F}" type="sibTrans" cxnId="{3575BBEC-762C-473F-AB30-D5EE7D371FB9}">
      <dgm:prSet/>
      <dgm:spPr/>
      <dgm:t>
        <a:bodyPr/>
        <a:lstStyle/>
        <a:p>
          <a:endParaRPr lang="en-US"/>
        </a:p>
      </dgm:t>
    </dgm:pt>
    <dgm:pt modelId="{8ED66C80-65C8-4AC3-A297-CA233206DD7E}">
      <dgm:prSet/>
      <dgm:spPr/>
      <dgm:t>
        <a:bodyPr/>
        <a:lstStyle/>
        <a:p>
          <a:r>
            <a:rPr lang="en-US"/>
            <a:t>df = df.dropna()</a:t>
          </a:r>
        </a:p>
      </dgm:t>
    </dgm:pt>
    <dgm:pt modelId="{7D73B5FF-13E5-4291-8CE8-E68ED0C3DF6C}" type="parTrans" cxnId="{93C947B9-ABFE-4D15-92FE-B8F476219216}">
      <dgm:prSet/>
      <dgm:spPr/>
      <dgm:t>
        <a:bodyPr/>
        <a:lstStyle/>
        <a:p>
          <a:endParaRPr lang="en-US"/>
        </a:p>
      </dgm:t>
    </dgm:pt>
    <dgm:pt modelId="{88C0AA58-7640-449A-881C-876C4879E35E}" type="sibTrans" cxnId="{93C947B9-ABFE-4D15-92FE-B8F476219216}">
      <dgm:prSet/>
      <dgm:spPr/>
      <dgm:t>
        <a:bodyPr/>
        <a:lstStyle/>
        <a:p>
          <a:endParaRPr lang="en-US"/>
        </a:p>
      </dgm:t>
    </dgm:pt>
    <dgm:pt modelId="{C866E7BF-BE88-4162-891A-25C39D5E368E}">
      <dgm:prSet/>
      <dgm:spPr/>
      <dgm:t>
        <a:bodyPr/>
        <a:lstStyle/>
        <a:p>
          <a:pPr>
            <a:defRPr b="1"/>
          </a:pPr>
          <a:r>
            <a:rPr lang="en-US"/>
            <a:t>Why This Matters?</a:t>
          </a:r>
        </a:p>
      </dgm:t>
    </dgm:pt>
    <dgm:pt modelId="{98F724EE-C4C5-4D8A-843A-C20F622AAA73}" type="parTrans" cxnId="{760535D4-3CDC-4392-B0AA-CC82CAB8EBA5}">
      <dgm:prSet/>
      <dgm:spPr/>
      <dgm:t>
        <a:bodyPr/>
        <a:lstStyle/>
        <a:p>
          <a:endParaRPr lang="en-US"/>
        </a:p>
      </dgm:t>
    </dgm:pt>
    <dgm:pt modelId="{D18BF287-A161-4BFD-AF46-10848DAD83AD}" type="sibTrans" cxnId="{760535D4-3CDC-4392-B0AA-CC82CAB8EBA5}">
      <dgm:prSet/>
      <dgm:spPr/>
      <dgm:t>
        <a:bodyPr/>
        <a:lstStyle/>
        <a:p>
          <a:endParaRPr lang="en-US"/>
        </a:p>
      </dgm:t>
    </dgm:pt>
    <dgm:pt modelId="{37046942-4311-4072-80CE-B0D041E24294}">
      <dgm:prSet/>
      <dgm:spPr/>
      <dgm:t>
        <a:bodyPr/>
        <a:lstStyle/>
        <a:p>
          <a:r>
            <a:rPr lang="en-US"/>
            <a:t>Missing data can affect model training</a:t>
          </a:r>
        </a:p>
      </dgm:t>
    </dgm:pt>
    <dgm:pt modelId="{5CD7F038-ADE6-446D-9011-978F835618E1}" type="parTrans" cxnId="{3D0701F9-7622-469C-A881-B6BF31B55F56}">
      <dgm:prSet/>
      <dgm:spPr/>
      <dgm:t>
        <a:bodyPr/>
        <a:lstStyle/>
        <a:p>
          <a:endParaRPr lang="en-US"/>
        </a:p>
      </dgm:t>
    </dgm:pt>
    <dgm:pt modelId="{827A2664-0CB8-4E10-BCE5-B036AC501C2E}" type="sibTrans" cxnId="{3D0701F9-7622-469C-A881-B6BF31B55F56}">
      <dgm:prSet/>
      <dgm:spPr/>
      <dgm:t>
        <a:bodyPr/>
        <a:lstStyle/>
        <a:p>
          <a:endParaRPr lang="en-US"/>
        </a:p>
      </dgm:t>
    </dgm:pt>
    <dgm:pt modelId="{0138A313-1A1D-4436-85E4-DD58D729AE91}">
      <dgm:prSet/>
      <dgm:spPr/>
      <dgm:t>
        <a:bodyPr/>
        <a:lstStyle/>
        <a:p>
          <a:r>
            <a:rPr lang="en-US"/>
            <a:t>Cleaning the data improves accuracy</a:t>
          </a:r>
        </a:p>
      </dgm:t>
    </dgm:pt>
    <dgm:pt modelId="{E706EFEB-C055-4500-832C-8E84EBF826F2}" type="parTrans" cxnId="{2B8D2A3F-14E3-4553-8EA1-75C75B9EC2B4}">
      <dgm:prSet/>
      <dgm:spPr/>
      <dgm:t>
        <a:bodyPr/>
        <a:lstStyle/>
        <a:p>
          <a:endParaRPr lang="en-US"/>
        </a:p>
      </dgm:t>
    </dgm:pt>
    <dgm:pt modelId="{94693114-93D7-465D-B1EA-679CE919C4D4}" type="sibTrans" cxnId="{2B8D2A3F-14E3-4553-8EA1-75C75B9EC2B4}">
      <dgm:prSet/>
      <dgm:spPr/>
      <dgm:t>
        <a:bodyPr/>
        <a:lstStyle/>
        <a:p>
          <a:endParaRPr lang="en-US"/>
        </a:p>
      </dgm:t>
    </dgm:pt>
    <dgm:pt modelId="{C77E9149-7C03-4E2E-8CEE-32186D914425}" type="pres">
      <dgm:prSet presAssocID="{59B0F180-553C-48AC-8EC2-D72576B7236B}" presName="root" presStyleCnt="0">
        <dgm:presLayoutVars>
          <dgm:dir/>
          <dgm:resizeHandles val="exact"/>
        </dgm:presLayoutVars>
      </dgm:prSet>
      <dgm:spPr/>
    </dgm:pt>
    <dgm:pt modelId="{5882F299-8D0C-404E-90E8-E408DDDEE1B3}" type="pres">
      <dgm:prSet presAssocID="{302B6C98-5ECE-473C-AD1E-31E566C63E65}" presName="compNode" presStyleCnt="0"/>
      <dgm:spPr/>
    </dgm:pt>
    <dgm:pt modelId="{7F95CDEF-EE63-4C15-91BB-523AC9422B92}" type="pres">
      <dgm:prSet presAssocID="{302B6C98-5ECE-473C-AD1E-31E566C63E6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877CD2F7-08C0-43EE-B077-6169E6763C39}" type="pres">
      <dgm:prSet presAssocID="{302B6C98-5ECE-473C-AD1E-31E566C63E65}" presName="iconSpace" presStyleCnt="0"/>
      <dgm:spPr/>
    </dgm:pt>
    <dgm:pt modelId="{93D73CB0-6398-4B56-AA16-D2D9FA46EA0D}" type="pres">
      <dgm:prSet presAssocID="{302B6C98-5ECE-473C-AD1E-31E566C63E65}" presName="parTx" presStyleLbl="revTx" presStyleIdx="0" presStyleCnt="4">
        <dgm:presLayoutVars>
          <dgm:chMax val="0"/>
          <dgm:chPref val="0"/>
        </dgm:presLayoutVars>
      </dgm:prSet>
      <dgm:spPr/>
    </dgm:pt>
    <dgm:pt modelId="{87AFDDD5-E147-4723-8336-9C39AFED8D81}" type="pres">
      <dgm:prSet presAssocID="{302B6C98-5ECE-473C-AD1E-31E566C63E65}" presName="txSpace" presStyleCnt="0"/>
      <dgm:spPr/>
    </dgm:pt>
    <dgm:pt modelId="{98A68A6D-1062-4639-89BF-103F575608DF}" type="pres">
      <dgm:prSet presAssocID="{302B6C98-5ECE-473C-AD1E-31E566C63E65}" presName="desTx" presStyleLbl="revTx" presStyleIdx="1" presStyleCnt="4">
        <dgm:presLayoutVars/>
      </dgm:prSet>
      <dgm:spPr/>
    </dgm:pt>
    <dgm:pt modelId="{625FABDF-FF27-4B7D-906D-68A896E98A5C}" type="pres">
      <dgm:prSet presAssocID="{7CC54AB1-1DB7-4D09-A2EB-64B357588746}" presName="sibTrans" presStyleCnt="0"/>
      <dgm:spPr/>
    </dgm:pt>
    <dgm:pt modelId="{0DCD4E33-D1A7-403E-8027-667A56EE512A}" type="pres">
      <dgm:prSet presAssocID="{C866E7BF-BE88-4162-891A-25C39D5E368E}" presName="compNode" presStyleCnt="0"/>
      <dgm:spPr/>
    </dgm:pt>
    <dgm:pt modelId="{49F83194-12DE-47D2-9C90-F1417A1E6E3F}" type="pres">
      <dgm:prSet presAssocID="{C866E7BF-BE88-4162-891A-25C39D5E368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DD50D8F-A720-4E2B-9087-6A1782154FCF}" type="pres">
      <dgm:prSet presAssocID="{C866E7BF-BE88-4162-891A-25C39D5E368E}" presName="iconSpace" presStyleCnt="0"/>
      <dgm:spPr/>
    </dgm:pt>
    <dgm:pt modelId="{E7564CC0-0E99-4A87-90F4-C51D0E212BE9}" type="pres">
      <dgm:prSet presAssocID="{C866E7BF-BE88-4162-891A-25C39D5E368E}" presName="parTx" presStyleLbl="revTx" presStyleIdx="2" presStyleCnt="4">
        <dgm:presLayoutVars>
          <dgm:chMax val="0"/>
          <dgm:chPref val="0"/>
        </dgm:presLayoutVars>
      </dgm:prSet>
      <dgm:spPr/>
    </dgm:pt>
    <dgm:pt modelId="{452BF245-404F-45FD-B85B-738B6DEE4E20}" type="pres">
      <dgm:prSet presAssocID="{C866E7BF-BE88-4162-891A-25C39D5E368E}" presName="txSpace" presStyleCnt="0"/>
      <dgm:spPr/>
    </dgm:pt>
    <dgm:pt modelId="{75C9C37A-8156-4EDD-AC2F-28F36358E691}" type="pres">
      <dgm:prSet presAssocID="{C866E7BF-BE88-4162-891A-25C39D5E368E}" presName="desTx" presStyleLbl="revTx" presStyleIdx="3" presStyleCnt="4">
        <dgm:presLayoutVars/>
      </dgm:prSet>
      <dgm:spPr/>
    </dgm:pt>
  </dgm:ptLst>
  <dgm:cxnLst>
    <dgm:cxn modelId="{E6A82807-6B0D-46DD-8B00-68940C50C27E}" srcId="{302B6C98-5ECE-473C-AD1E-31E566C63E65}" destId="{13AAAEBF-477A-458F-811D-AF6BCEEF66EE}" srcOrd="0" destOrd="0" parTransId="{21EAD684-AD12-42EC-9D35-0DADB72B466A}" sibTransId="{2E6402B2-5BB3-43B4-BA00-945400FF8276}"/>
    <dgm:cxn modelId="{370A9030-0605-442B-8C5B-2A05CAC7A708}" type="presOf" srcId="{C866E7BF-BE88-4162-891A-25C39D5E368E}" destId="{E7564CC0-0E99-4A87-90F4-C51D0E212BE9}" srcOrd="0" destOrd="0" presId="urn:microsoft.com/office/officeart/2018/2/layout/IconLabelDescriptionList"/>
    <dgm:cxn modelId="{2B8D2A3F-14E3-4553-8EA1-75C75B9EC2B4}" srcId="{C866E7BF-BE88-4162-891A-25C39D5E368E}" destId="{0138A313-1A1D-4436-85E4-DD58D729AE91}" srcOrd="1" destOrd="0" parTransId="{E706EFEB-C055-4500-832C-8E84EBF826F2}" sibTransId="{94693114-93D7-465D-B1EA-679CE919C4D4}"/>
    <dgm:cxn modelId="{4726565C-2DBC-47B9-BF28-B6F914FAF9D6}" type="presOf" srcId="{01F91131-787F-4028-A01A-9061231A5357}" destId="{98A68A6D-1062-4639-89BF-103F575608DF}" srcOrd="0" destOrd="1" presId="urn:microsoft.com/office/officeart/2018/2/layout/IconLabelDescriptionList"/>
    <dgm:cxn modelId="{7E1A7183-95C0-4AB9-BFA2-2E6484154BD9}" type="presOf" srcId="{8ED66C80-65C8-4AC3-A297-CA233206DD7E}" destId="{98A68A6D-1062-4639-89BF-103F575608DF}" srcOrd="0" destOrd="2" presId="urn:microsoft.com/office/officeart/2018/2/layout/IconLabelDescriptionList"/>
    <dgm:cxn modelId="{8D8F2586-445A-4EEC-8375-B7F2F2FB7C9A}" type="presOf" srcId="{13AAAEBF-477A-458F-811D-AF6BCEEF66EE}" destId="{98A68A6D-1062-4639-89BF-103F575608DF}" srcOrd="0" destOrd="0" presId="urn:microsoft.com/office/officeart/2018/2/layout/IconLabelDescriptionList"/>
    <dgm:cxn modelId="{13F0DA9C-3ABE-4BEE-AF65-76D143C97011}" type="presOf" srcId="{302B6C98-5ECE-473C-AD1E-31E566C63E65}" destId="{93D73CB0-6398-4B56-AA16-D2D9FA46EA0D}" srcOrd="0" destOrd="0" presId="urn:microsoft.com/office/officeart/2018/2/layout/IconLabelDescriptionList"/>
    <dgm:cxn modelId="{93C947B9-ABFE-4D15-92FE-B8F476219216}" srcId="{01F91131-787F-4028-A01A-9061231A5357}" destId="{8ED66C80-65C8-4AC3-A297-CA233206DD7E}" srcOrd="0" destOrd="0" parTransId="{7D73B5FF-13E5-4291-8CE8-E68ED0C3DF6C}" sibTransId="{88C0AA58-7640-449A-881C-876C4879E35E}"/>
    <dgm:cxn modelId="{1F1218C3-6CE1-4569-ACD7-21AB85528FFD}" type="presOf" srcId="{0138A313-1A1D-4436-85E4-DD58D729AE91}" destId="{75C9C37A-8156-4EDD-AC2F-28F36358E691}" srcOrd="0" destOrd="1" presId="urn:microsoft.com/office/officeart/2018/2/layout/IconLabelDescriptionList"/>
    <dgm:cxn modelId="{760535D4-3CDC-4392-B0AA-CC82CAB8EBA5}" srcId="{59B0F180-553C-48AC-8EC2-D72576B7236B}" destId="{C866E7BF-BE88-4162-891A-25C39D5E368E}" srcOrd="1" destOrd="0" parTransId="{98F724EE-C4C5-4D8A-843A-C20F622AAA73}" sibTransId="{D18BF287-A161-4BFD-AF46-10848DAD83AD}"/>
    <dgm:cxn modelId="{BBB19BD6-AE43-43DD-ADD8-30104622E0FF}" type="presOf" srcId="{37046942-4311-4072-80CE-B0D041E24294}" destId="{75C9C37A-8156-4EDD-AC2F-28F36358E691}" srcOrd="0" destOrd="0" presId="urn:microsoft.com/office/officeart/2018/2/layout/IconLabelDescriptionList"/>
    <dgm:cxn modelId="{E4C893E0-764B-467E-B189-14F3D6CC6379}" type="presOf" srcId="{59B0F180-553C-48AC-8EC2-D72576B7236B}" destId="{C77E9149-7C03-4E2E-8CEE-32186D914425}" srcOrd="0" destOrd="0" presId="urn:microsoft.com/office/officeart/2018/2/layout/IconLabelDescriptionList"/>
    <dgm:cxn modelId="{BFEBC1E5-7A53-4B8C-90CA-FF73BB45ACB4}" srcId="{59B0F180-553C-48AC-8EC2-D72576B7236B}" destId="{302B6C98-5ECE-473C-AD1E-31E566C63E65}" srcOrd="0" destOrd="0" parTransId="{5884D7C7-EC52-4123-8F1B-43CEE2B6FA7A}" sibTransId="{7CC54AB1-1DB7-4D09-A2EB-64B357588746}"/>
    <dgm:cxn modelId="{3575BBEC-762C-473F-AB30-D5EE7D371FB9}" srcId="{302B6C98-5ECE-473C-AD1E-31E566C63E65}" destId="{01F91131-787F-4028-A01A-9061231A5357}" srcOrd="1" destOrd="0" parTransId="{2DDE8288-D36F-4B25-99D7-88F5E6B5B016}" sibTransId="{C46D35B3-312D-42D5-8DAA-D092A31D0B2F}"/>
    <dgm:cxn modelId="{3D0701F9-7622-469C-A881-B6BF31B55F56}" srcId="{C866E7BF-BE88-4162-891A-25C39D5E368E}" destId="{37046942-4311-4072-80CE-B0D041E24294}" srcOrd="0" destOrd="0" parTransId="{5CD7F038-ADE6-446D-9011-978F835618E1}" sibTransId="{827A2664-0CB8-4E10-BCE5-B036AC501C2E}"/>
    <dgm:cxn modelId="{B19FA516-DEC6-44E5-BE20-2A214869CB99}" type="presParOf" srcId="{C77E9149-7C03-4E2E-8CEE-32186D914425}" destId="{5882F299-8D0C-404E-90E8-E408DDDEE1B3}" srcOrd="0" destOrd="0" presId="urn:microsoft.com/office/officeart/2018/2/layout/IconLabelDescriptionList"/>
    <dgm:cxn modelId="{F840D9C4-7B05-438F-9C73-E9E9D0094EA5}" type="presParOf" srcId="{5882F299-8D0C-404E-90E8-E408DDDEE1B3}" destId="{7F95CDEF-EE63-4C15-91BB-523AC9422B92}" srcOrd="0" destOrd="0" presId="urn:microsoft.com/office/officeart/2018/2/layout/IconLabelDescriptionList"/>
    <dgm:cxn modelId="{371AC77F-1E89-44DA-8B51-5350E188735A}" type="presParOf" srcId="{5882F299-8D0C-404E-90E8-E408DDDEE1B3}" destId="{877CD2F7-08C0-43EE-B077-6169E6763C39}" srcOrd="1" destOrd="0" presId="urn:microsoft.com/office/officeart/2018/2/layout/IconLabelDescriptionList"/>
    <dgm:cxn modelId="{66B9B9AC-0747-4738-99F9-8F2924F12657}" type="presParOf" srcId="{5882F299-8D0C-404E-90E8-E408DDDEE1B3}" destId="{93D73CB0-6398-4B56-AA16-D2D9FA46EA0D}" srcOrd="2" destOrd="0" presId="urn:microsoft.com/office/officeart/2018/2/layout/IconLabelDescriptionList"/>
    <dgm:cxn modelId="{CF2666EF-9192-4543-B9B7-909AC37D637C}" type="presParOf" srcId="{5882F299-8D0C-404E-90E8-E408DDDEE1B3}" destId="{87AFDDD5-E147-4723-8336-9C39AFED8D81}" srcOrd="3" destOrd="0" presId="urn:microsoft.com/office/officeart/2018/2/layout/IconLabelDescriptionList"/>
    <dgm:cxn modelId="{BADEE75D-CC1E-49A5-8CD3-38117D29D53E}" type="presParOf" srcId="{5882F299-8D0C-404E-90E8-E408DDDEE1B3}" destId="{98A68A6D-1062-4639-89BF-103F575608DF}" srcOrd="4" destOrd="0" presId="urn:microsoft.com/office/officeart/2018/2/layout/IconLabelDescriptionList"/>
    <dgm:cxn modelId="{2F287BE9-FFA6-4507-970C-62BDA57CFE1F}" type="presParOf" srcId="{C77E9149-7C03-4E2E-8CEE-32186D914425}" destId="{625FABDF-FF27-4B7D-906D-68A896E98A5C}" srcOrd="1" destOrd="0" presId="urn:microsoft.com/office/officeart/2018/2/layout/IconLabelDescriptionList"/>
    <dgm:cxn modelId="{A7EBBDA0-C392-4242-970B-D7305FE3A961}" type="presParOf" srcId="{C77E9149-7C03-4E2E-8CEE-32186D914425}" destId="{0DCD4E33-D1A7-403E-8027-667A56EE512A}" srcOrd="2" destOrd="0" presId="urn:microsoft.com/office/officeart/2018/2/layout/IconLabelDescriptionList"/>
    <dgm:cxn modelId="{4523ED32-ACBD-43A1-91A0-B35FC2C7427C}" type="presParOf" srcId="{0DCD4E33-D1A7-403E-8027-667A56EE512A}" destId="{49F83194-12DE-47D2-9C90-F1417A1E6E3F}" srcOrd="0" destOrd="0" presId="urn:microsoft.com/office/officeart/2018/2/layout/IconLabelDescriptionList"/>
    <dgm:cxn modelId="{465080C9-38A6-4DB3-835A-5AC2AD23178D}" type="presParOf" srcId="{0DCD4E33-D1A7-403E-8027-667A56EE512A}" destId="{1DD50D8F-A720-4E2B-9087-6A1782154FCF}" srcOrd="1" destOrd="0" presId="urn:microsoft.com/office/officeart/2018/2/layout/IconLabelDescriptionList"/>
    <dgm:cxn modelId="{A0E68BDF-F4DC-4B13-AFAD-C720CD40F0C0}" type="presParOf" srcId="{0DCD4E33-D1A7-403E-8027-667A56EE512A}" destId="{E7564CC0-0E99-4A87-90F4-C51D0E212BE9}" srcOrd="2" destOrd="0" presId="urn:microsoft.com/office/officeart/2018/2/layout/IconLabelDescriptionList"/>
    <dgm:cxn modelId="{F6E18947-C6D8-4775-B91E-C8846A34CD26}" type="presParOf" srcId="{0DCD4E33-D1A7-403E-8027-667A56EE512A}" destId="{452BF245-404F-45FD-B85B-738B6DEE4E20}" srcOrd="3" destOrd="0" presId="urn:microsoft.com/office/officeart/2018/2/layout/IconLabelDescriptionList"/>
    <dgm:cxn modelId="{B59F3AE9-96B0-46B3-87E6-A504D32CB179}" type="presParOf" srcId="{0DCD4E33-D1A7-403E-8027-667A56EE512A}" destId="{75C9C37A-8156-4EDD-AC2F-28F36358E69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87AC14-1BF2-47A2-89EF-F6EAB47EDDA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BB2B0E6-CC2D-4FED-A47D-6C4DC5D91CF3}">
      <dgm:prSet/>
      <dgm:spPr/>
      <dgm:t>
        <a:bodyPr/>
        <a:lstStyle/>
        <a:p>
          <a:pPr>
            <a:defRPr b="1"/>
          </a:pPr>
          <a:r>
            <a:rPr lang="en-US"/>
            <a:t>Class Imbalance</a:t>
          </a:r>
        </a:p>
      </dgm:t>
    </dgm:pt>
    <dgm:pt modelId="{28704A73-6FC3-42D4-9968-9722AA3E4DD6}" type="parTrans" cxnId="{DCFEE93F-071D-4119-BE9D-A4D6200CEA8B}">
      <dgm:prSet/>
      <dgm:spPr/>
      <dgm:t>
        <a:bodyPr/>
        <a:lstStyle/>
        <a:p>
          <a:endParaRPr lang="en-US"/>
        </a:p>
      </dgm:t>
    </dgm:pt>
    <dgm:pt modelId="{72018D26-558A-4834-AB29-DA1F3D23F32C}" type="sibTrans" cxnId="{DCFEE93F-071D-4119-BE9D-A4D6200CEA8B}">
      <dgm:prSet/>
      <dgm:spPr/>
      <dgm:t>
        <a:bodyPr/>
        <a:lstStyle/>
        <a:p>
          <a:endParaRPr lang="en-US"/>
        </a:p>
      </dgm:t>
    </dgm:pt>
    <dgm:pt modelId="{3D5D501E-7328-4E55-A40A-9CBFE8C4718E}">
      <dgm:prSet/>
      <dgm:spPr/>
      <dgm:t>
        <a:bodyPr/>
        <a:lstStyle/>
        <a:p>
          <a:r>
            <a:rPr lang="en-US"/>
            <a:t>Dataset contains:</a:t>
          </a:r>
        </a:p>
      </dgm:t>
    </dgm:pt>
    <dgm:pt modelId="{C7A1F6DE-4DA4-4FBB-9ECD-6819564FC659}" type="parTrans" cxnId="{51D02B0A-F328-4215-B846-2C459404FE6A}">
      <dgm:prSet/>
      <dgm:spPr/>
      <dgm:t>
        <a:bodyPr/>
        <a:lstStyle/>
        <a:p>
          <a:endParaRPr lang="en-US"/>
        </a:p>
      </dgm:t>
    </dgm:pt>
    <dgm:pt modelId="{3EB0826C-F145-43D6-B84C-9198DC574F7A}" type="sibTrans" cxnId="{51D02B0A-F328-4215-B846-2C459404FE6A}">
      <dgm:prSet/>
      <dgm:spPr/>
      <dgm:t>
        <a:bodyPr/>
        <a:lstStyle/>
        <a:p>
          <a:endParaRPr lang="en-US"/>
        </a:p>
      </dgm:t>
    </dgm:pt>
    <dgm:pt modelId="{80BEF2A1-7730-4E23-A446-EA7007492219}">
      <dgm:prSet/>
      <dgm:spPr/>
      <dgm:t>
        <a:bodyPr/>
        <a:lstStyle/>
        <a:p>
          <a:r>
            <a:rPr lang="en-US"/>
            <a:t>More legitimate messages</a:t>
          </a:r>
        </a:p>
      </dgm:t>
    </dgm:pt>
    <dgm:pt modelId="{3B76AC97-E1C4-4B0B-ACD1-B5D703A53B1B}" type="parTrans" cxnId="{34198001-46D6-4F6C-A12A-63FA2EF6595D}">
      <dgm:prSet/>
      <dgm:spPr/>
      <dgm:t>
        <a:bodyPr/>
        <a:lstStyle/>
        <a:p>
          <a:endParaRPr lang="en-US"/>
        </a:p>
      </dgm:t>
    </dgm:pt>
    <dgm:pt modelId="{F8D8C43F-7F6C-4CEF-ADB5-792CB83C832A}" type="sibTrans" cxnId="{34198001-46D6-4F6C-A12A-63FA2EF6595D}">
      <dgm:prSet/>
      <dgm:spPr/>
      <dgm:t>
        <a:bodyPr/>
        <a:lstStyle/>
        <a:p>
          <a:endParaRPr lang="en-US"/>
        </a:p>
      </dgm:t>
    </dgm:pt>
    <dgm:pt modelId="{9EF390F9-7156-4FE0-AD82-83F2CB5A9435}">
      <dgm:prSet/>
      <dgm:spPr/>
      <dgm:t>
        <a:bodyPr/>
        <a:lstStyle/>
        <a:p>
          <a:r>
            <a:rPr lang="en-US"/>
            <a:t>Fewer spam messages</a:t>
          </a:r>
        </a:p>
      </dgm:t>
    </dgm:pt>
    <dgm:pt modelId="{6F884DEE-0A43-4DD9-A08D-300EEA1A6ECB}" type="parTrans" cxnId="{5B1AB2CD-B27E-4895-8474-F4B12704D98F}">
      <dgm:prSet/>
      <dgm:spPr/>
      <dgm:t>
        <a:bodyPr/>
        <a:lstStyle/>
        <a:p>
          <a:endParaRPr lang="en-US"/>
        </a:p>
      </dgm:t>
    </dgm:pt>
    <dgm:pt modelId="{B3B7615B-A79C-4556-AE03-6571885B302A}" type="sibTrans" cxnId="{5B1AB2CD-B27E-4895-8474-F4B12704D98F}">
      <dgm:prSet/>
      <dgm:spPr/>
      <dgm:t>
        <a:bodyPr/>
        <a:lstStyle/>
        <a:p>
          <a:endParaRPr lang="en-US"/>
        </a:p>
      </dgm:t>
    </dgm:pt>
    <dgm:pt modelId="{1A553CFA-DDB0-4D8C-B038-136A5E497FF3}">
      <dgm:prSet/>
      <dgm:spPr/>
      <dgm:t>
        <a:bodyPr/>
        <a:lstStyle/>
        <a:p>
          <a:pPr>
            <a:defRPr b="1"/>
          </a:pPr>
          <a:r>
            <a:rPr lang="en-US"/>
            <a:t>Why This Matters</a:t>
          </a:r>
        </a:p>
      </dgm:t>
    </dgm:pt>
    <dgm:pt modelId="{E70865F4-5616-4552-9060-7DE413458881}" type="parTrans" cxnId="{58542A6C-09C8-4599-BD66-BCAFCBF5DF9E}">
      <dgm:prSet/>
      <dgm:spPr/>
      <dgm:t>
        <a:bodyPr/>
        <a:lstStyle/>
        <a:p>
          <a:endParaRPr lang="en-US"/>
        </a:p>
      </dgm:t>
    </dgm:pt>
    <dgm:pt modelId="{E8794D4F-D656-4C5A-AD73-B793AB828C8A}" type="sibTrans" cxnId="{58542A6C-09C8-4599-BD66-BCAFCBF5DF9E}">
      <dgm:prSet/>
      <dgm:spPr/>
      <dgm:t>
        <a:bodyPr/>
        <a:lstStyle/>
        <a:p>
          <a:endParaRPr lang="en-US"/>
        </a:p>
      </dgm:t>
    </dgm:pt>
    <dgm:pt modelId="{289C7F11-AE94-4EA0-B7CA-F4E439988A71}">
      <dgm:prSet/>
      <dgm:spPr/>
      <dgm:t>
        <a:bodyPr/>
        <a:lstStyle/>
        <a:p>
          <a:r>
            <a:rPr lang="en-US"/>
            <a:t>The model may predict legitimate messages more often</a:t>
          </a:r>
        </a:p>
      </dgm:t>
    </dgm:pt>
    <dgm:pt modelId="{991EF2D5-F6DD-4FF1-9B19-10184D29DCE7}" type="parTrans" cxnId="{CA3A2FF3-9D58-4428-9EF1-5E737ED59DC1}">
      <dgm:prSet/>
      <dgm:spPr/>
      <dgm:t>
        <a:bodyPr/>
        <a:lstStyle/>
        <a:p>
          <a:endParaRPr lang="en-US"/>
        </a:p>
      </dgm:t>
    </dgm:pt>
    <dgm:pt modelId="{0ED8F1B3-8706-4D58-80F6-A63D7938528A}" type="sibTrans" cxnId="{CA3A2FF3-9D58-4428-9EF1-5E737ED59DC1}">
      <dgm:prSet/>
      <dgm:spPr/>
      <dgm:t>
        <a:bodyPr/>
        <a:lstStyle/>
        <a:p>
          <a:endParaRPr lang="en-US"/>
        </a:p>
      </dgm:t>
    </dgm:pt>
    <dgm:pt modelId="{0232E1DB-4450-4299-AAC9-C33A2AA4115D}">
      <dgm:prSet/>
      <dgm:spPr/>
      <dgm:t>
        <a:bodyPr/>
        <a:lstStyle/>
        <a:p>
          <a:r>
            <a:rPr lang="en-US"/>
            <a:t>Imbalanced data can affect prediction performace</a:t>
          </a:r>
        </a:p>
      </dgm:t>
    </dgm:pt>
    <dgm:pt modelId="{8CC3E24F-EAB9-4C2B-BC7C-9F97D0096CC6}" type="parTrans" cxnId="{AF6D7E94-8C62-47F5-A3BC-01800D436CEE}">
      <dgm:prSet/>
      <dgm:spPr/>
      <dgm:t>
        <a:bodyPr/>
        <a:lstStyle/>
        <a:p>
          <a:endParaRPr lang="en-US"/>
        </a:p>
      </dgm:t>
    </dgm:pt>
    <dgm:pt modelId="{3F3C43A5-A1E2-467A-A977-6B2C2B7B1A97}" type="sibTrans" cxnId="{AF6D7E94-8C62-47F5-A3BC-01800D436CEE}">
      <dgm:prSet/>
      <dgm:spPr/>
      <dgm:t>
        <a:bodyPr/>
        <a:lstStyle/>
        <a:p>
          <a:endParaRPr lang="en-US"/>
        </a:p>
      </dgm:t>
    </dgm:pt>
    <dgm:pt modelId="{A4B579D6-29E8-4817-ACEC-E33D8352A4E4}" type="pres">
      <dgm:prSet presAssocID="{7987AC14-1BF2-47A2-89EF-F6EAB47EDDAB}" presName="root" presStyleCnt="0">
        <dgm:presLayoutVars>
          <dgm:dir/>
          <dgm:resizeHandles val="exact"/>
        </dgm:presLayoutVars>
      </dgm:prSet>
      <dgm:spPr/>
    </dgm:pt>
    <dgm:pt modelId="{F041835B-00F9-444C-9925-FF666674596F}" type="pres">
      <dgm:prSet presAssocID="{BBB2B0E6-CC2D-4FED-A47D-6C4DC5D91CF3}" presName="compNode" presStyleCnt="0"/>
      <dgm:spPr/>
    </dgm:pt>
    <dgm:pt modelId="{7E58CFF8-F450-48BB-A0DA-615E2C595EA4}" type="pres">
      <dgm:prSet presAssocID="{BBB2B0E6-CC2D-4FED-A47D-6C4DC5D91CF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41BB89E-F27A-4407-9C3A-508C509A7DBF}" type="pres">
      <dgm:prSet presAssocID="{BBB2B0E6-CC2D-4FED-A47D-6C4DC5D91CF3}" presName="iconSpace" presStyleCnt="0"/>
      <dgm:spPr/>
    </dgm:pt>
    <dgm:pt modelId="{55945620-317B-48DE-923F-6557D7E9D203}" type="pres">
      <dgm:prSet presAssocID="{BBB2B0E6-CC2D-4FED-A47D-6C4DC5D91CF3}" presName="parTx" presStyleLbl="revTx" presStyleIdx="0" presStyleCnt="4">
        <dgm:presLayoutVars>
          <dgm:chMax val="0"/>
          <dgm:chPref val="0"/>
        </dgm:presLayoutVars>
      </dgm:prSet>
      <dgm:spPr/>
    </dgm:pt>
    <dgm:pt modelId="{17A028ED-4530-4B64-BA39-CE706ECDB66B}" type="pres">
      <dgm:prSet presAssocID="{BBB2B0E6-CC2D-4FED-A47D-6C4DC5D91CF3}" presName="txSpace" presStyleCnt="0"/>
      <dgm:spPr/>
    </dgm:pt>
    <dgm:pt modelId="{87AEDCBC-2B18-4E50-9CB7-57987F7037B5}" type="pres">
      <dgm:prSet presAssocID="{BBB2B0E6-CC2D-4FED-A47D-6C4DC5D91CF3}" presName="desTx" presStyleLbl="revTx" presStyleIdx="1" presStyleCnt="4">
        <dgm:presLayoutVars/>
      </dgm:prSet>
      <dgm:spPr/>
    </dgm:pt>
    <dgm:pt modelId="{891350D6-DDC6-4464-B428-81D0C1C4CA40}" type="pres">
      <dgm:prSet presAssocID="{72018D26-558A-4834-AB29-DA1F3D23F32C}" presName="sibTrans" presStyleCnt="0"/>
      <dgm:spPr/>
    </dgm:pt>
    <dgm:pt modelId="{8592A6CD-F860-499B-AED7-A821F2563403}" type="pres">
      <dgm:prSet presAssocID="{1A553CFA-DDB0-4D8C-B038-136A5E497FF3}" presName="compNode" presStyleCnt="0"/>
      <dgm:spPr/>
    </dgm:pt>
    <dgm:pt modelId="{A92FF7CC-0740-4E0D-A4F6-864565621EAC}" type="pres">
      <dgm:prSet presAssocID="{1A553CFA-DDB0-4D8C-B038-136A5E497FF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4BB8384-0D6E-4ED7-A518-AAB830E364D7}" type="pres">
      <dgm:prSet presAssocID="{1A553CFA-DDB0-4D8C-B038-136A5E497FF3}" presName="iconSpace" presStyleCnt="0"/>
      <dgm:spPr/>
    </dgm:pt>
    <dgm:pt modelId="{47AD54C1-D983-4357-839C-1FF6D35D6232}" type="pres">
      <dgm:prSet presAssocID="{1A553CFA-DDB0-4D8C-B038-136A5E497FF3}" presName="parTx" presStyleLbl="revTx" presStyleIdx="2" presStyleCnt="4">
        <dgm:presLayoutVars>
          <dgm:chMax val="0"/>
          <dgm:chPref val="0"/>
        </dgm:presLayoutVars>
      </dgm:prSet>
      <dgm:spPr/>
    </dgm:pt>
    <dgm:pt modelId="{9EA5269C-9D6C-4378-B348-D14A8CBDB084}" type="pres">
      <dgm:prSet presAssocID="{1A553CFA-DDB0-4D8C-B038-136A5E497FF3}" presName="txSpace" presStyleCnt="0"/>
      <dgm:spPr/>
    </dgm:pt>
    <dgm:pt modelId="{31181DB1-E178-469B-B761-BA9FA0C3591F}" type="pres">
      <dgm:prSet presAssocID="{1A553CFA-DDB0-4D8C-B038-136A5E497FF3}" presName="desTx" presStyleLbl="revTx" presStyleIdx="3" presStyleCnt="4">
        <dgm:presLayoutVars/>
      </dgm:prSet>
      <dgm:spPr/>
    </dgm:pt>
  </dgm:ptLst>
  <dgm:cxnLst>
    <dgm:cxn modelId="{34198001-46D6-4F6C-A12A-63FA2EF6595D}" srcId="{3D5D501E-7328-4E55-A40A-9CBFE8C4718E}" destId="{80BEF2A1-7730-4E23-A446-EA7007492219}" srcOrd="0" destOrd="0" parTransId="{3B76AC97-E1C4-4B0B-ACD1-B5D703A53B1B}" sibTransId="{F8D8C43F-7F6C-4CEF-ADB5-792CB83C832A}"/>
    <dgm:cxn modelId="{51D02B0A-F328-4215-B846-2C459404FE6A}" srcId="{BBB2B0E6-CC2D-4FED-A47D-6C4DC5D91CF3}" destId="{3D5D501E-7328-4E55-A40A-9CBFE8C4718E}" srcOrd="0" destOrd="0" parTransId="{C7A1F6DE-4DA4-4FBB-9ECD-6819564FC659}" sibTransId="{3EB0826C-F145-43D6-B84C-9198DC574F7A}"/>
    <dgm:cxn modelId="{AABC2622-35D7-48D4-A9AA-38E4F43D268B}" type="presOf" srcId="{BBB2B0E6-CC2D-4FED-A47D-6C4DC5D91CF3}" destId="{55945620-317B-48DE-923F-6557D7E9D203}" srcOrd="0" destOrd="0" presId="urn:microsoft.com/office/officeart/2018/5/layout/CenteredIconLabelDescriptionList"/>
    <dgm:cxn modelId="{A54E5924-2673-4602-8C63-EFA9BBF86BC0}" type="presOf" srcId="{0232E1DB-4450-4299-AAC9-C33A2AA4115D}" destId="{31181DB1-E178-469B-B761-BA9FA0C3591F}" srcOrd="0" destOrd="1" presId="urn:microsoft.com/office/officeart/2018/5/layout/CenteredIconLabelDescriptionList"/>
    <dgm:cxn modelId="{584CE635-49C3-4263-B0A0-397EACE57FD4}" type="presOf" srcId="{289C7F11-AE94-4EA0-B7CA-F4E439988A71}" destId="{31181DB1-E178-469B-B761-BA9FA0C3591F}" srcOrd="0" destOrd="0" presId="urn:microsoft.com/office/officeart/2018/5/layout/CenteredIconLabelDescriptionList"/>
    <dgm:cxn modelId="{DCFEE93F-071D-4119-BE9D-A4D6200CEA8B}" srcId="{7987AC14-1BF2-47A2-89EF-F6EAB47EDDAB}" destId="{BBB2B0E6-CC2D-4FED-A47D-6C4DC5D91CF3}" srcOrd="0" destOrd="0" parTransId="{28704A73-6FC3-42D4-9968-9722AA3E4DD6}" sibTransId="{72018D26-558A-4834-AB29-DA1F3D23F32C}"/>
    <dgm:cxn modelId="{58542A6C-09C8-4599-BD66-BCAFCBF5DF9E}" srcId="{7987AC14-1BF2-47A2-89EF-F6EAB47EDDAB}" destId="{1A553CFA-DDB0-4D8C-B038-136A5E497FF3}" srcOrd="1" destOrd="0" parTransId="{E70865F4-5616-4552-9060-7DE413458881}" sibTransId="{E8794D4F-D656-4C5A-AD73-B793AB828C8A}"/>
    <dgm:cxn modelId="{97A5997A-02EC-46C7-87C4-DCC0DEB90DC9}" type="presOf" srcId="{80BEF2A1-7730-4E23-A446-EA7007492219}" destId="{87AEDCBC-2B18-4E50-9CB7-57987F7037B5}" srcOrd="0" destOrd="1" presId="urn:microsoft.com/office/officeart/2018/5/layout/CenteredIconLabelDescriptionList"/>
    <dgm:cxn modelId="{2910207F-0016-4CEE-98DE-BEF0548CA786}" type="presOf" srcId="{3D5D501E-7328-4E55-A40A-9CBFE8C4718E}" destId="{87AEDCBC-2B18-4E50-9CB7-57987F7037B5}" srcOrd="0" destOrd="0" presId="urn:microsoft.com/office/officeart/2018/5/layout/CenteredIconLabelDescriptionList"/>
    <dgm:cxn modelId="{AF6D7E94-8C62-47F5-A3BC-01800D436CEE}" srcId="{1A553CFA-DDB0-4D8C-B038-136A5E497FF3}" destId="{0232E1DB-4450-4299-AAC9-C33A2AA4115D}" srcOrd="1" destOrd="0" parTransId="{8CC3E24F-EAB9-4C2B-BC7C-9F97D0096CC6}" sibTransId="{3F3C43A5-A1E2-467A-A977-6B2C2B7B1A97}"/>
    <dgm:cxn modelId="{5B1AB2CD-B27E-4895-8474-F4B12704D98F}" srcId="{3D5D501E-7328-4E55-A40A-9CBFE8C4718E}" destId="{9EF390F9-7156-4FE0-AD82-83F2CB5A9435}" srcOrd="1" destOrd="0" parTransId="{6F884DEE-0A43-4DD9-A08D-300EEA1A6ECB}" sibTransId="{B3B7615B-A79C-4556-AE03-6571885B302A}"/>
    <dgm:cxn modelId="{85E8ACEF-A55C-4E69-8983-719980212761}" type="presOf" srcId="{9EF390F9-7156-4FE0-AD82-83F2CB5A9435}" destId="{87AEDCBC-2B18-4E50-9CB7-57987F7037B5}" srcOrd="0" destOrd="2" presId="urn:microsoft.com/office/officeart/2018/5/layout/CenteredIconLabelDescriptionList"/>
    <dgm:cxn modelId="{61F406F0-0704-457A-8F7D-7F64217108A5}" type="presOf" srcId="{1A553CFA-DDB0-4D8C-B038-136A5E497FF3}" destId="{47AD54C1-D983-4357-839C-1FF6D35D6232}" srcOrd="0" destOrd="0" presId="urn:microsoft.com/office/officeart/2018/5/layout/CenteredIconLabelDescriptionList"/>
    <dgm:cxn modelId="{CA3A2FF3-9D58-4428-9EF1-5E737ED59DC1}" srcId="{1A553CFA-DDB0-4D8C-B038-136A5E497FF3}" destId="{289C7F11-AE94-4EA0-B7CA-F4E439988A71}" srcOrd="0" destOrd="0" parTransId="{991EF2D5-F6DD-4FF1-9B19-10184D29DCE7}" sibTransId="{0ED8F1B3-8706-4D58-80F6-A63D7938528A}"/>
    <dgm:cxn modelId="{503754F8-4BE3-4250-8C7B-060A26E29EC5}" type="presOf" srcId="{7987AC14-1BF2-47A2-89EF-F6EAB47EDDAB}" destId="{A4B579D6-29E8-4817-ACEC-E33D8352A4E4}" srcOrd="0" destOrd="0" presId="urn:microsoft.com/office/officeart/2018/5/layout/CenteredIconLabelDescriptionList"/>
    <dgm:cxn modelId="{0A4AEACA-32A2-40E3-896A-7E9B27E5164F}" type="presParOf" srcId="{A4B579D6-29E8-4817-ACEC-E33D8352A4E4}" destId="{F041835B-00F9-444C-9925-FF666674596F}" srcOrd="0" destOrd="0" presId="urn:microsoft.com/office/officeart/2018/5/layout/CenteredIconLabelDescriptionList"/>
    <dgm:cxn modelId="{8A1E7EC6-8B1A-4F6C-AAA4-D6218183223B}" type="presParOf" srcId="{F041835B-00F9-444C-9925-FF666674596F}" destId="{7E58CFF8-F450-48BB-A0DA-615E2C595EA4}" srcOrd="0" destOrd="0" presId="urn:microsoft.com/office/officeart/2018/5/layout/CenteredIconLabelDescriptionList"/>
    <dgm:cxn modelId="{F5C0618A-B92D-4E24-9917-05E03CCF61E5}" type="presParOf" srcId="{F041835B-00F9-444C-9925-FF666674596F}" destId="{041BB89E-F27A-4407-9C3A-508C509A7DBF}" srcOrd="1" destOrd="0" presId="urn:microsoft.com/office/officeart/2018/5/layout/CenteredIconLabelDescriptionList"/>
    <dgm:cxn modelId="{1EF69B18-2AEA-4FF1-A5B7-59336A66560F}" type="presParOf" srcId="{F041835B-00F9-444C-9925-FF666674596F}" destId="{55945620-317B-48DE-923F-6557D7E9D203}" srcOrd="2" destOrd="0" presId="urn:microsoft.com/office/officeart/2018/5/layout/CenteredIconLabelDescriptionList"/>
    <dgm:cxn modelId="{CE422F55-2374-482A-83B4-0F79A1AB503E}" type="presParOf" srcId="{F041835B-00F9-444C-9925-FF666674596F}" destId="{17A028ED-4530-4B64-BA39-CE706ECDB66B}" srcOrd="3" destOrd="0" presId="urn:microsoft.com/office/officeart/2018/5/layout/CenteredIconLabelDescriptionList"/>
    <dgm:cxn modelId="{8265F7C4-3099-4645-BDA6-B8ADE3F7747E}" type="presParOf" srcId="{F041835B-00F9-444C-9925-FF666674596F}" destId="{87AEDCBC-2B18-4E50-9CB7-57987F7037B5}" srcOrd="4" destOrd="0" presId="urn:microsoft.com/office/officeart/2018/5/layout/CenteredIconLabelDescriptionList"/>
    <dgm:cxn modelId="{254FA75C-254F-4AC5-A982-2D01862B820F}" type="presParOf" srcId="{A4B579D6-29E8-4817-ACEC-E33D8352A4E4}" destId="{891350D6-DDC6-4464-B428-81D0C1C4CA40}" srcOrd="1" destOrd="0" presId="urn:microsoft.com/office/officeart/2018/5/layout/CenteredIconLabelDescriptionList"/>
    <dgm:cxn modelId="{18E92206-3B83-4A32-9F10-A7DEBFBB2E27}" type="presParOf" srcId="{A4B579D6-29E8-4817-ACEC-E33D8352A4E4}" destId="{8592A6CD-F860-499B-AED7-A821F2563403}" srcOrd="2" destOrd="0" presId="urn:microsoft.com/office/officeart/2018/5/layout/CenteredIconLabelDescriptionList"/>
    <dgm:cxn modelId="{4D3682BF-4FFC-49D5-AD84-6E64E945DB6E}" type="presParOf" srcId="{8592A6CD-F860-499B-AED7-A821F2563403}" destId="{A92FF7CC-0740-4E0D-A4F6-864565621EAC}" srcOrd="0" destOrd="0" presId="urn:microsoft.com/office/officeart/2018/5/layout/CenteredIconLabelDescriptionList"/>
    <dgm:cxn modelId="{5CD9B4C2-613E-4394-A27B-BDB77D55A8F4}" type="presParOf" srcId="{8592A6CD-F860-499B-AED7-A821F2563403}" destId="{74BB8384-0D6E-4ED7-A518-AAB830E364D7}" srcOrd="1" destOrd="0" presId="urn:microsoft.com/office/officeart/2018/5/layout/CenteredIconLabelDescriptionList"/>
    <dgm:cxn modelId="{BF875B32-A443-4805-80C7-A771B5DD8188}" type="presParOf" srcId="{8592A6CD-F860-499B-AED7-A821F2563403}" destId="{47AD54C1-D983-4357-839C-1FF6D35D6232}" srcOrd="2" destOrd="0" presId="urn:microsoft.com/office/officeart/2018/5/layout/CenteredIconLabelDescriptionList"/>
    <dgm:cxn modelId="{94785BAC-42A4-46A9-823E-D251E9EBB544}" type="presParOf" srcId="{8592A6CD-F860-499B-AED7-A821F2563403}" destId="{9EA5269C-9D6C-4378-B348-D14A8CBDB084}" srcOrd="3" destOrd="0" presId="urn:microsoft.com/office/officeart/2018/5/layout/CenteredIconLabelDescriptionList"/>
    <dgm:cxn modelId="{3CB9B32A-9890-4AF2-B8D0-35BCF31AAFC5}" type="presParOf" srcId="{8592A6CD-F860-499B-AED7-A821F2563403}" destId="{31181DB1-E178-469B-B761-BA9FA0C3591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2168721-AABA-4540-A4F0-9AA811ADF1C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1DDDF0-6978-47CA-BB70-A0782F616C4A}">
      <dgm:prSet/>
      <dgm:spPr/>
      <dgm:t>
        <a:bodyPr/>
        <a:lstStyle/>
        <a:p>
          <a:pPr>
            <a:defRPr b="1"/>
          </a:pPr>
          <a:r>
            <a:rPr lang="en-US"/>
            <a:t>RNN Structure</a:t>
          </a:r>
        </a:p>
      </dgm:t>
    </dgm:pt>
    <dgm:pt modelId="{56F9B69E-766D-4C32-8CCC-DFC7C83101F1}" type="parTrans" cxnId="{8A940EB2-4CA2-4D79-A70F-744BDA227B80}">
      <dgm:prSet/>
      <dgm:spPr/>
      <dgm:t>
        <a:bodyPr/>
        <a:lstStyle/>
        <a:p>
          <a:endParaRPr lang="en-US"/>
        </a:p>
      </dgm:t>
    </dgm:pt>
    <dgm:pt modelId="{3017D12D-CB20-48B9-897E-2B50C14519B1}" type="sibTrans" cxnId="{8A940EB2-4CA2-4D79-A70F-744BDA227B80}">
      <dgm:prSet/>
      <dgm:spPr/>
      <dgm:t>
        <a:bodyPr/>
        <a:lstStyle/>
        <a:p>
          <a:endParaRPr lang="en-US"/>
        </a:p>
      </dgm:t>
    </dgm:pt>
    <dgm:pt modelId="{9530EB73-EAFB-4B78-A80D-EF3EC64CE635}">
      <dgm:prSet/>
      <dgm:spPr/>
      <dgm:t>
        <a:bodyPr/>
        <a:lstStyle/>
        <a:p>
          <a:r>
            <a:rPr lang="en-US"/>
            <a:t>Input Layer</a:t>
          </a:r>
        </a:p>
      </dgm:t>
    </dgm:pt>
    <dgm:pt modelId="{DAE6F86F-1E82-445E-B448-023EFE05B79D}" type="parTrans" cxnId="{8343CD48-B254-4471-BE20-2965832406AC}">
      <dgm:prSet/>
      <dgm:spPr/>
      <dgm:t>
        <a:bodyPr/>
        <a:lstStyle/>
        <a:p>
          <a:endParaRPr lang="en-US"/>
        </a:p>
      </dgm:t>
    </dgm:pt>
    <dgm:pt modelId="{6000586C-4BA5-41FA-892B-CE18F9356AEE}" type="sibTrans" cxnId="{8343CD48-B254-4471-BE20-2965832406AC}">
      <dgm:prSet/>
      <dgm:spPr/>
      <dgm:t>
        <a:bodyPr/>
        <a:lstStyle/>
        <a:p>
          <a:endParaRPr lang="en-US"/>
        </a:p>
      </dgm:t>
    </dgm:pt>
    <dgm:pt modelId="{46B3C788-36B1-406C-843D-E469E9170A66}">
      <dgm:prSet/>
      <dgm:spPr/>
      <dgm:t>
        <a:bodyPr/>
        <a:lstStyle/>
        <a:p>
          <a:r>
            <a:rPr lang="en-US"/>
            <a:t>Hidden Layer</a:t>
          </a:r>
        </a:p>
      </dgm:t>
    </dgm:pt>
    <dgm:pt modelId="{077115D6-AD0B-483A-9C4F-FE5A9BAEE5A2}" type="parTrans" cxnId="{16950D08-5241-4CC4-B889-A73F86F0D838}">
      <dgm:prSet/>
      <dgm:spPr/>
      <dgm:t>
        <a:bodyPr/>
        <a:lstStyle/>
        <a:p>
          <a:endParaRPr lang="en-US"/>
        </a:p>
      </dgm:t>
    </dgm:pt>
    <dgm:pt modelId="{CEAAC9CE-2D79-4CAE-8A1A-29E3C5DD002D}" type="sibTrans" cxnId="{16950D08-5241-4CC4-B889-A73F86F0D838}">
      <dgm:prSet/>
      <dgm:spPr/>
      <dgm:t>
        <a:bodyPr/>
        <a:lstStyle/>
        <a:p>
          <a:endParaRPr lang="en-US"/>
        </a:p>
      </dgm:t>
    </dgm:pt>
    <dgm:pt modelId="{47B2256D-6264-487A-A2E5-02CCB9A1E994}">
      <dgm:prSet/>
      <dgm:spPr/>
      <dgm:t>
        <a:bodyPr/>
        <a:lstStyle/>
        <a:p>
          <a:r>
            <a:rPr lang="en-US"/>
            <a:t>Output Layer</a:t>
          </a:r>
        </a:p>
      </dgm:t>
    </dgm:pt>
    <dgm:pt modelId="{3FABFBAD-10D5-49F0-8AAA-61EF1286E57A}" type="parTrans" cxnId="{A25C2118-DCA2-4F52-88AD-0CD43F0A135D}">
      <dgm:prSet/>
      <dgm:spPr/>
      <dgm:t>
        <a:bodyPr/>
        <a:lstStyle/>
        <a:p>
          <a:endParaRPr lang="en-US"/>
        </a:p>
      </dgm:t>
    </dgm:pt>
    <dgm:pt modelId="{D8E810EB-C6EC-4054-BAF5-9DFBD4A6EA0D}" type="sibTrans" cxnId="{A25C2118-DCA2-4F52-88AD-0CD43F0A135D}">
      <dgm:prSet/>
      <dgm:spPr/>
      <dgm:t>
        <a:bodyPr/>
        <a:lstStyle/>
        <a:p>
          <a:endParaRPr lang="en-US"/>
        </a:p>
      </dgm:t>
    </dgm:pt>
    <dgm:pt modelId="{9EF5ADA4-632F-4812-A520-891320558D1C}">
      <dgm:prSet/>
      <dgm:spPr/>
      <dgm:t>
        <a:bodyPr/>
        <a:lstStyle/>
        <a:p>
          <a:pPr>
            <a:defRPr b="1"/>
          </a:pPr>
          <a:r>
            <a:rPr lang="en-US"/>
            <a:t>Model Settings</a:t>
          </a:r>
        </a:p>
      </dgm:t>
    </dgm:pt>
    <dgm:pt modelId="{5AF6B518-248E-48A5-A9F3-F4CBF11A446B}" type="parTrans" cxnId="{F2D8F6CD-C836-4180-B299-D2AA0DE899F9}">
      <dgm:prSet/>
      <dgm:spPr/>
      <dgm:t>
        <a:bodyPr/>
        <a:lstStyle/>
        <a:p>
          <a:endParaRPr lang="en-US"/>
        </a:p>
      </dgm:t>
    </dgm:pt>
    <dgm:pt modelId="{3187321F-A749-4C94-AA09-C82623140B69}" type="sibTrans" cxnId="{F2D8F6CD-C836-4180-B299-D2AA0DE899F9}">
      <dgm:prSet/>
      <dgm:spPr/>
      <dgm:t>
        <a:bodyPr/>
        <a:lstStyle/>
        <a:p>
          <a:endParaRPr lang="en-US"/>
        </a:p>
      </dgm:t>
    </dgm:pt>
    <dgm:pt modelId="{DA005070-BD05-4EBF-85C2-E423DF5D8A25}">
      <dgm:prSet/>
      <dgm:spPr/>
      <dgm:t>
        <a:bodyPr/>
        <a:lstStyle/>
        <a:p>
          <a:r>
            <a:rPr lang="en-US"/>
            <a:t>Hidden size: 128</a:t>
          </a:r>
        </a:p>
      </dgm:t>
    </dgm:pt>
    <dgm:pt modelId="{B496D6CF-5557-4AFC-89D9-2ACAA258D3DF}" type="parTrans" cxnId="{56219779-BCC6-43DE-985A-5DC3CC077DDA}">
      <dgm:prSet/>
      <dgm:spPr/>
      <dgm:t>
        <a:bodyPr/>
        <a:lstStyle/>
        <a:p>
          <a:endParaRPr lang="en-US"/>
        </a:p>
      </dgm:t>
    </dgm:pt>
    <dgm:pt modelId="{6156B4C0-9B5F-4FB9-BF9D-164374C99385}" type="sibTrans" cxnId="{56219779-BCC6-43DE-985A-5DC3CC077DDA}">
      <dgm:prSet/>
      <dgm:spPr/>
      <dgm:t>
        <a:bodyPr/>
        <a:lstStyle/>
        <a:p>
          <a:endParaRPr lang="en-US"/>
        </a:p>
      </dgm:t>
    </dgm:pt>
    <dgm:pt modelId="{A09FDEC6-C1DE-47B7-80A2-7E6708C54F1D}">
      <dgm:prSet/>
      <dgm:spPr/>
      <dgm:t>
        <a:bodyPr/>
        <a:lstStyle/>
        <a:p>
          <a:r>
            <a:rPr lang="en-US"/>
            <a:t>Loss Function: NLLLoss</a:t>
          </a:r>
        </a:p>
      </dgm:t>
    </dgm:pt>
    <dgm:pt modelId="{F5C919BA-3732-47A9-9F8B-34CC0AEB4C34}" type="parTrans" cxnId="{742726B7-3DAD-464C-A034-D331BA6225D1}">
      <dgm:prSet/>
      <dgm:spPr/>
      <dgm:t>
        <a:bodyPr/>
        <a:lstStyle/>
        <a:p>
          <a:endParaRPr lang="en-US"/>
        </a:p>
      </dgm:t>
    </dgm:pt>
    <dgm:pt modelId="{5DEB63EA-3FD5-40DE-BF54-C325F876FB28}" type="sibTrans" cxnId="{742726B7-3DAD-464C-A034-D331BA6225D1}">
      <dgm:prSet/>
      <dgm:spPr/>
      <dgm:t>
        <a:bodyPr/>
        <a:lstStyle/>
        <a:p>
          <a:endParaRPr lang="en-US"/>
        </a:p>
      </dgm:t>
    </dgm:pt>
    <dgm:pt modelId="{EAB1C904-5BFA-4C2A-BEA7-74613E613504}">
      <dgm:prSet/>
      <dgm:spPr/>
      <dgm:t>
        <a:bodyPr/>
        <a:lstStyle/>
        <a:p>
          <a:r>
            <a:rPr lang="en-US"/>
            <a:t>Optimizer: SGD</a:t>
          </a:r>
        </a:p>
      </dgm:t>
    </dgm:pt>
    <dgm:pt modelId="{AC12C7A8-9346-4AA8-BCB1-7E0EFDCADF51}" type="parTrans" cxnId="{A90CCB38-3552-4EA9-A9BF-C4A12E489FAF}">
      <dgm:prSet/>
      <dgm:spPr/>
      <dgm:t>
        <a:bodyPr/>
        <a:lstStyle/>
        <a:p>
          <a:endParaRPr lang="en-US"/>
        </a:p>
      </dgm:t>
    </dgm:pt>
    <dgm:pt modelId="{02FB08E4-04E1-487A-82C5-1F0A1B1465AF}" type="sibTrans" cxnId="{A90CCB38-3552-4EA9-A9BF-C4A12E489FAF}">
      <dgm:prSet/>
      <dgm:spPr/>
      <dgm:t>
        <a:bodyPr/>
        <a:lstStyle/>
        <a:p>
          <a:endParaRPr lang="en-US"/>
        </a:p>
      </dgm:t>
    </dgm:pt>
    <dgm:pt modelId="{2E1B857B-94E1-4345-A0DD-D88B5EB3E800}" type="pres">
      <dgm:prSet presAssocID="{B2168721-AABA-4540-A4F0-9AA811ADF1C6}" presName="root" presStyleCnt="0">
        <dgm:presLayoutVars>
          <dgm:dir/>
          <dgm:resizeHandles val="exact"/>
        </dgm:presLayoutVars>
      </dgm:prSet>
      <dgm:spPr/>
    </dgm:pt>
    <dgm:pt modelId="{FFB00206-9830-4BA8-949E-23C730376BE5}" type="pres">
      <dgm:prSet presAssocID="{BE1DDDF0-6978-47CA-BB70-A0782F616C4A}" presName="compNode" presStyleCnt="0"/>
      <dgm:spPr/>
    </dgm:pt>
    <dgm:pt modelId="{C4DC4A65-B6C8-46A9-AA40-7A87771897C3}" type="pres">
      <dgm:prSet presAssocID="{BE1DDDF0-6978-47CA-BB70-A0782F616C4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088B1B8-42E0-4B6C-90AD-97CDB2689208}" type="pres">
      <dgm:prSet presAssocID="{BE1DDDF0-6978-47CA-BB70-A0782F616C4A}" presName="iconSpace" presStyleCnt="0"/>
      <dgm:spPr/>
    </dgm:pt>
    <dgm:pt modelId="{486D1384-4BFE-4229-A33D-2A5028FC3FE9}" type="pres">
      <dgm:prSet presAssocID="{BE1DDDF0-6978-47CA-BB70-A0782F616C4A}" presName="parTx" presStyleLbl="revTx" presStyleIdx="0" presStyleCnt="4">
        <dgm:presLayoutVars>
          <dgm:chMax val="0"/>
          <dgm:chPref val="0"/>
        </dgm:presLayoutVars>
      </dgm:prSet>
      <dgm:spPr/>
    </dgm:pt>
    <dgm:pt modelId="{3F7D49B3-316F-4752-B6BE-9B757B9FEE79}" type="pres">
      <dgm:prSet presAssocID="{BE1DDDF0-6978-47CA-BB70-A0782F616C4A}" presName="txSpace" presStyleCnt="0"/>
      <dgm:spPr/>
    </dgm:pt>
    <dgm:pt modelId="{569789B1-BAF4-4E7A-A8E0-8F0D9F521D11}" type="pres">
      <dgm:prSet presAssocID="{BE1DDDF0-6978-47CA-BB70-A0782F616C4A}" presName="desTx" presStyleLbl="revTx" presStyleIdx="1" presStyleCnt="4">
        <dgm:presLayoutVars/>
      </dgm:prSet>
      <dgm:spPr/>
    </dgm:pt>
    <dgm:pt modelId="{C36E6E44-E0E3-4E1C-85C2-46E4DDD3EA00}" type="pres">
      <dgm:prSet presAssocID="{3017D12D-CB20-48B9-897E-2B50C14519B1}" presName="sibTrans" presStyleCnt="0"/>
      <dgm:spPr/>
    </dgm:pt>
    <dgm:pt modelId="{DC386CEA-A804-4FA4-B500-B26586FC18BC}" type="pres">
      <dgm:prSet presAssocID="{9EF5ADA4-632F-4812-A520-891320558D1C}" presName="compNode" presStyleCnt="0"/>
      <dgm:spPr/>
    </dgm:pt>
    <dgm:pt modelId="{DF6B3A2F-B0BF-4D1C-ADED-AFFA6AE06D0A}" type="pres">
      <dgm:prSet presAssocID="{9EF5ADA4-632F-4812-A520-891320558D1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D90486D-CA89-4A90-87ED-68BB25F2E6A6}" type="pres">
      <dgm:prSet presAssocID="{9EF5ADA4-632F-4812-A520-891320558D1C}" presName="iconSpace" presStyleCnt="0"/>
      <dgm:spPr/>
    </dgm:pt>
    <dgm:pt modelId="{4E9BF290-7C6C-4ECF-A2EB-77ED14E692E5}" type="pres">
      <dgm:prSet presAssocID="{9EF5ADA4-632F-4812-A520-891320558D1C}" presName="parTx" presStyleLbl="revTx" presStyleIdx="2" presStyleCnt="4">
        <dgm:presLayoutVars>
          <dgm:chMax val="0"/>
          <dgm:chPref val="0"/>
        </dgm:presLayoutVars>
      </dgm:prSet>
      <dgm:spPr/>
    </dgm:pt>
    <dgm:pt modelId="{093BF51C-5211-4F18-B054-98B928CED813}" type="pres">
      <dgm:prSet presAssocID="{9EF5ADA4-632F-4812-A520-891320558D1C}" presName="txSpace" presStyleCnt="0"/>
      <dgm:spPr/>
    </dgm:pt>
    <dgm:pt modelId="{A6D73896-1929-4AB4-84CA-55611683D5EA}" type="pres">
      <dgm:prSet presAssocID="{9EF5ADA4-632F-4812-A520-891320558D1C}" presName="desTx" presStyleLbl="revTx" presStyleIdx="3" presStyleCnt="4">
        <dgm:presLayoutVars/>
      </dgm:prSet>
      <dgm:spPr/>
    </dgm:pt>
  </dgm:ptLst>
  <dgm:cxnLst>
    <dgm:cxn modelId="{16950D08-5241-4CC4-B889-A73F86F0D838}" srcId="{BE1DDDF0-6978-47CA-BB70-A0782F616C4A}" destId="{46B3C788-36B1-406C-843D-E469E9170A66}" srcOrd="1" destOrd="0" parTransId="{077115D6-AD0B-483A-9C4F-FE5A9BAEE5A2}" sibTransId="{CEAAC9CE-2D79-4CAE-8A1A-29E3C5DD002D}"/>
    <dgm:cxn modelId="{A25C2118-DCA2-4F52-88AD-0CD43F0A135D}" srcId="{BE1DDDF0-6978-47CA-BB70-A0782F616C4A}" destId="{47B2256D-6264-487A-A2E5-02CCB9A1E994}" srcOrd="2" destOrd="0" parTransId="{3FABFBAD-10D5-49F0-8AAA-61EF1286E57A}" sibTransId="{D8E810EB-C6EC-4054-BAF5-9DFBD4A6EA0D}"/>
    <dgm:cxn modelId="{F169A120-BEAA-4F9A-B3C9-C6B385923B36}" type="presOf" srcId="{A09FDEC6-C1DE-47B7-80A2-7E6708C54F1D}" destId="{A6D73896-1929-4AB4-84CA-55611683D5EA}" srcOrd="0" destOrd="1" presId="urn:microsoft.com/office/officeart/2018/2/layout/IconLabelDescriptionList"/>
    <dgm:cxn modelId="{A90CCB38-3552-4EA9-A9BF-C4A12E489FAF}" srcId="{9EF5ADA4-632F-4812-A520-891320558D1C}" destId="{EAB1C904-5BFA-4C2A-BEA7-74613E613504}" srcOrd="2" destOrd="0" parTransId="{AC12C7A8-9346-4AA8-BCB1-7E0EFDCADF51}" sibTransId="{02FB08E4-04E1-487A-82C5-1F0A1B1465AF}"/>
    <dgm:cxn modelId="{FE288848-B82E-4FC0-9679-5B5119A5413C}" type="presOf" srcId="{47B2256D-6264-487A-A2E5-02CCB9A1E994}" destId="{569789B1-BAF4-4E7A-A8E0-8F0D9F521D11}" srcOrd="0" destOrd="2" presId="urn:microsoft.com/office/officeart/2018/2/layout/IconLabelDescriptionList"/>
    <dgm:cxn modelId="{8343CD48-B254-4471-BE20-2965832406AC}" srcId="{BE1DDDF0-6978-47CA-BB70-A0782F616C4A}" destId="{9530EB73-EAFB-4B78-A80D-EF3EC64CE635}" srcOrd="0" destOrd="0" parTransId="{DAE6F86F-1E82-445E-B448-023EFE05B79D}" sibTransId="{6000586C-4BA5-41FA-892B-CE18F9356AEE}"/>
    <dgm:cxn modelId="{53976857-6521-491B-8B78-178EDAECFF3E}" type="presOf" srcId="{EAB1C904-5BFA-4C2A-BEA7-74613E613504}" destId="{A6D73896-1929-4AB4-84CA-55611683D5EA}" srcOrd="0" destOrd="2" presId="urn:microsoft.com/office/officeart/2018/2/layout/IconLabelDescriptionList"/>
    <dgm:cxn modelId="{C23B3E61-C487-42C1-B356-165E232215F1}" type="presOf" srcId="{9EF5ADA4-632F-4812-A520-891320558D1C}" destId="{4E9BF290-7C6C-4ECF-A2EB-77ED14E692E5}" srcOrd="0" destOrd="0" presId="urn:microsoft.com/office/officeart/2018/2/layout/IconLabelDescriptionList"/>
    <dgm:cxn modelId="{56219779-BCC6-43DE-985A-5DC3CC077DDA}" srcId="{9EF5ADA4-632F-4812-A520-891320558D1C}" destId="{DA005070-BD05-4EBF-85C2-E423DF5D8A25}" srcOrd="0" destOrd="0" parTransId="{B496D6CF-5557-4AFC-89D9-2ACAA258D3DF}" sibTransId="{6156B4C0-9B5F-4FB9-BF9D-164374C99385}"/>
    <dgm:cxn modelId="{681A069A-CC4D-4642-AFBA-C5A8654C810E}" type="presOf" srcId="{B2168721-AABA-4540-A4F0-9AA811ADF1C6}" destId="{2E1B857B-94E1-4345-A0DD-D88B5EB3E800}" srcOrd="0" destOrd="0" presId="urn:microsoft.com/office/officeart/2018/2/layout/IconLabelDescriptionList"/>
    <dgm:cxn modelId="{8A940EB2-4CA2-4D79-A70F-744BDA227B80}" srcId="{B2168721-AABA-4540-A4F0-9AA811ADF1C6}" destId="{BE1DDDF0-6978-47CA-BB70-A0782F616C4A}" srcOrd="0" destOrd="0" parTransId="{56F9B69E-766D-4C32-8CCC-DFC7C83101F1}" sibTransId="{3017D12D-CB20-48B9-897E-2B50C14519B1}"/>
    <dgm:cxn modelId="{742726B7-3DAD-464C-A034-D331BA6225D1}" srcId="{9EF5ADA4-632F-4812-A520-891320558D1C}" destId="{A09FDEC6-C1DE-47B7-80A2-7E6708C54F1D}" srcOrd="1" destOrd="0" parTransId="{F5C919BA-3732-47A9-9F8B-34CC0AEB4C34}" sibTransId="{5DEB63EA-3FD5-40DE-BF54-C325F876FB28}"/>
    <dgm:cxn modelId="{128B47C5-9B91-4981-B58B-3EE1599A0083}" type="presOf" srcId="{9530EB73-EAFB-4B78-A80D-EF3EC64CE635}" destId="{569789B1-BAF4-4E7A-A8E0-8F0D9F521D11}" srcOrd="0" destOrd="0" presId="urn:microsoft.com/office/officeart/2018/2/layout/IconLabelDescriptionList"/>
    <dgm:cxn modelId="{F2D8F6CD-C836-4180-B299-D2AA0DE899F9}" srcId="{B2168721-AABA-4540-A4F0-9AA811ADF1C6}" destId="{9EF5ADA4-632F-4812-A520-891320558D1C}" srcOrd="1" destOrd="0" parTransId="{5AF6B518-248E-48A5-A9F3-F4CBF11A446B}" sibTransId="{3187321F-A749-4C94-AA09-C82623140B69}"/>
    <dgm:cxn modelId="{3B303FD2-EA39-4564-9FA1-B367875AE5D3}" type="presOf" srcId="{DA005070-BD05-4EBF-85C2-E423DF5D8A25}" destId="{A6D73896-1929-4AB4-84CA-55611683D5EA}" srcOrd="0" destOrd="0" presId="urn:microsoft.com/office/officeart/2018/2/layout/IconLabelDescriptionList"/>
    <dgm:cxn modelId="{D87714D5-EA5B-4399-A270-394BDAF4500E}" type="presOf" srcId="{46B3C788-36B1-406C-843D-E469E9170A66}" destId="{569789B1-BAF4-4E7A-A8E0-8F0D9F521D11}" srcOrd="0" destOrd="1" presId="urn:microsoft.com/office/officeart/2018/2/layout/IconLabelDescriptionList"/>
    <dgm:cxn modelId="{B9EA66E3-90C3-4185-A2F8-7D6E9B2757C5}" type="presOf" srcId="{BE1DDDF0-6978-47CA-BB70-A0782F616C4A}" destId="{486D1384-4BFE-4229-A33D-2A5028FC3FE9}" srcOrd="0" destOrd="0" presId="urn:microsoft.com/office/officeart/2018/2/layout/IconLabelDescriptionList"/>
    <dgm:cxn modelId="{B2066AF6-BCE1-415C-8F4C-372FA29B908B}" type="presParOf" srcId="{2E1B857B-94E1-4345-A0DD-D88B5EB3E800}" destId="{FFB00206-9830-4BA8-949E-23C730376BE5}" srcOrd="0" destOrd="0" presId="urn:microsoft.com/office/officeart/2018/2/layout/IconLabelDescriptionList"/>
    <dgm:cxn modelId="{69CCD529-620C-4756-9823-17A544F223BD}" type="presParOf" srcId="{FFB00206-9830-4BA8-949E-23C730376BE5}" destId="{C4DC4A65-B6C8-46A9-AA40-7A87771897C3}" srcOrd="0" destOrd="0" presId="urn:microsoft.com/office/officeart/2018/2/layout/IconLabelDescriptionList"/>
    <dgm:cxn modelId="{30E0C589-3C9A-49F0-8D2A-550DB306807B}" type="presParOf" srcId="{FFB00206-9830-4BA8-949E-23C730376BE5}" destId="{0088B1B8-42E0-4B6C-90AD-97CDB2689208}" srcOrd="1" destOrd="0" presId="urn:microsoft.com/office/officeart/2018/2/layout/IconLabelDescriptionList"/>
    <dgm:cxn modelId="{79A10920-48BF-4351-A426-9D73AAA7862A}" type="presParOf" srcId="{FFB00206-9830-4BA8-949E-23C730376BE5}" destId="{486D1384-4BFE-4229-A33D-2A5028FC3FE9}" srcOrd="2" destOrd="0" presId="urn:microsoft.com/office/officeart/2018/2/layout/IconLabelDescriptionList"/>
    <dgm:cxn modelId="{56DA0936-2C6F-4625-87C9-82228C8EA64B}" type="presParOf" srcId="{FFB00206-9830-4BA8-949E-23C730376BE5}" destId="{3F7D49B3-316F-4752-B6BE-9B757B9FEE79}" srcOrd="3" destOrd="0" presId="urn:microsoft.com/office/officeart/2018/2/layout/IconLabelDescriptionList"/>
    <dgm:cxn modelId="{8E70C8A3-2754-42CE-8D6B-0D6D7D97A210}" type="presParOf" srcId="{FFB00206-9830-4BA8-949E-23C730376BE5}" destId="{569789B1-BAF4-4E7A-A8E0-8F0D9F521D11}" srcOrd="4" destOrd="0" presId="urn:microsoft.com/office/officeart/2018/2/layout/IconLabelDescriptionList"/>
    <dgm:cxn modelId="{43ABF53F-1F2D-4168-8929-DF8FDDD55863}" type="presParOf" srcId="{2E1B857B-94E1-4345-A0DD-D88B5EB3E800}" destId="{C36E6E44-E0E3-4E1C-85C2-46E4DDD3EA00}" srcOrd="1" destOrd="0" presId="urn:microsoft.com/office/officeart/2018/2/layout/IconLabelDescriptionList"/>
    <dgm:cxn modelId="{3385A954-9796-468E-8780-604C23017A07}" type="presParOf" srcId="{2E1B857B-94E1-4345-A0DD-D88B5EB3E800}" destId="{DC386CEA-A804-4FA4-B500-B26586FC18BC}" srcOrd="2" destOrd="0" presId="urn:microsoft.com/office/officeart/2018/2/layout/IconLabelDescriptionList"/>
    <dgm:cxn modelId="{18C3AEDD-1FA1-4809-AFAE-C1AA3CE6F572}" type="presParOf" srcId="{DC386CEA-A804-4FA4-B500-B26586FC18BC}" destId="{DF6B3A2F-B0BF-4D1C-ADED-AFFA6AE06D0A}" srcOrd="0" destOrd="0" presId="urn:microsoft.com/office/officeart/2018/2/layout/IconLabelDescriptionList"/>
    <dgm:cxn modelId="{F2B4C451-A82F-4BD2-9FA8-EC10E1E76783}" type="presParOf" srcId="{DC386CEA-A804-4FA4-B500-B26586FC18BC}" destId="{ED90486D-CA89-4A90-87ED-68BB25F2E6A6}" srcOrd="1" destOrd="0" presId="urn:microsoft.com/office/officeart/2018/2/layout/IconLabelDescriptionList"/>
    <dgm:cxn modelId="{6BC367E9-1DCE-4530-87CE-3A66167C74B4}" type="presParOf" srcId="{DC386CEA-A804-4FA4-B500-B26586FC18BC}" destId="{4E9BF290-7C6C-4ECF-A2EB-77ED14E692E5}" srcOrd="2" destOrd="0" presId="urn:microsoft.com/office/officeart/2018/2/layout/IconLabelDescriptionList"/>
    <dgm:cxn modelId="{CFFB2E4E-0DDC-4402-A793-7FEB493D3C50}" type="presParOf" srcId="{DC386CEA-A804-4FA4-B500-B26586FC18BC}" destId="{093BF51C-5211-4F18-B054-98B928CED813}" srcOrd="3" destOrd="0" presId="urn:microsoft.com/office/officeart/2018/2/layout/IconLabelDescriptionList"/>
    <dgm:cxn modelId="{4209C603-EA3E-42B5-B499-B8BD7CC19AE6}" type="presParOf" srcId="{DC386CEA-A804-4FA4-B500-B26586FC18BC}" destId="{A6D73896-1929-4AB4-84CA-55611683D5E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D90262A-ECC0-4F8E-9AAD-D9933E65A9A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4B55DF-8978-495D-8BFA-11FA4F74A3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Successfully built an RNN spam detector</a:t>
          </a:r>
        </a:p>
      </dgm:t>
    </dgm:pt>
    <dgm:pt modelId="{EFCABAD0-040A-448B-A92B-9CDA3C2BBE5F}" type="parTrans" cxnId="{52F35F65-FD7F-4E21-8D06-30E9842C0D5F}">
      <dgm:prSet/>
      <dgm:spPr/>
      <dgm:t>
        <a:bodyPr/>
        <a:lstStyle/>
        <a:p>
          <a:endParaRPr lang="en-US"/>
        </a:p>
      </dgm:t>
    </dgm:pt>
    <dgm:pt modelId="{0145EA1C-A7C6-4DB7-8283-771B1619BD5F}" type="sibTrans" cxnId="{52F35F65-FD7F-4E21-8D06-30E9842C0D5F}">
      <dgm:prSet/>
      <dgm:spPr/>
      <dgm:t>
        <a:bodyPr/>
        <a:lstStyle/>
        <a:p>
          <a:endParaRPr lang="en-US"/>
        </a:p>
      </dgm:t>
    </dgm:pt>
    <dgm:pt modelId="{E15F6CF6-23A3-4EAB-BD21-699116884F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Preprocessed text data</a:t>
          </a:r>
        </a:p>
      </dgm:t>
    </dgm:pt>
    <dgm:pt modelId="{38E6D2C6-F1F0-4C36-99F7-B699078C3674}" type="parTrans" cxnId="{C67EC3AB-4523-4D5D-A6F0-A582FF9ADE97}">
      <dgm:prSet/>
      <dgm:spPr/>
      <dgm:t>
        <a:bodyPr/>
        <a:lstStyle/>
        <a:p>
          <a:endParaRPr lang="en-US"/>
        </a:p>
      </dgm:t>
    </dgm:pt>
    <dgm:pt modelId="{9CF2A88A-22DB-4042-AD4F-B970E1BBF54B}" type="sibTrans" cxnId="{C67EC3AB-4523-4D5D-A6F0-A582FF9ADE97}">
      <dgm:prSet/>
      <dgm:spPr/>
      <dgm:t>
        <a:bodyPr/>
        <a:lstStyle/>
        <a:p>
          <a:endParaRPr lang="en-US"/>
        </a:p>
      </dgm:t>
    </dgm:pt>
    <dgm:pt modelId="{D01FED38-D439-49E2-AD2B-464AD6C0C8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Trained and tested predictions successfully</a:t>
          </a:r>
        </a:p>
      </dgm:t>
    </dgm:pt>
    <dgm:pt modelId="{AC60DD2E-D39E-49C9-8964-4A5A61AF79DF}" type="parTrans" cxnId="{886357F7-0578-4FE9-943F-A14CC3828014}">
      <dgm:prSet/>
      <dgm:spPr/>
      <dgm:t>
        <a:bodyPr/>
        <a:lstStyle/>
        <a:p>
          <a:endParaRPr lang="en-US"/>
        </a:p>
      </dgm:t>
    </dgm:pt>
    <dgm:pt modelId="{A327196B-93FB-449F-B9C9-E2ADF797B40F}" type="sibTrans" cxnId="{886357F7-0578-4FE9-943F-A14CC3828014}">
      <dgm:prSet/>
      <dgm:spPr/>
      <dgm:t>
        <a:bodyPr/>
        <a:lstStyle/>
        <a:p>
          <a:endParaRPr lang="en-US"/>
        </a:p>
      </dgm:t>
    </dgm:pt>
    <dgm:pt modelId="{39CB1834-5B61-4BDE-BDFB-6618CF2E0B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Future Improvements</a:t>
          </a:r>
        </a:p>
      </dgm:t>
    </dgm:pt>
    <dgm:pt modelId="{BFFC400C-033B-4BFD-9C54-0B3142FAFC1F}" type="parTrans" cxnId="{C3B1BB39-7B42-4CE8-B181-AC45208D133D}">
      <dgm:prSet/>
      <dgm:spPr/>
      <dgm:t>
        <a:bodyPr/>
        <a:lstStyle/>
        <a:p>
          <a:endParaRPr lang="en-US"/>
        </a:p>
      </dgm:t>
    </dgm:pt>
    <dgm:pt modelId="{4B84183E-7C5E-4714-9476-5E9AADE39AEB}" type="sibTrans" cxnId="{C3B1BB39-7B42-4CE8-B181-AC45208D133D}">
      <dgm:prSet/>
      <dgm:spPr/>
      <dgm:t>
        <a:bodyPr/>
        <a:lstStyle/>
        <a:p>
          <a:endParaRPr lang="en-US"/>
        </a:p>
      </dgm:t>
    </dgm:pt>
    <dgm:pt modelId="{4C93DFB5-6004-4357-BC9B-637ED92A32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Larger dataset</a:t>
          </a:r>
        </a:p>
      </dgm:t>
    </dgm:pt>
    <dgm:pt modelId="{9498AB20-C3CC-42EE-95BE-03D9F880321A}" type="parTrans" cxnId="{0517B443-B601-492C-B086-E427E9DDE087}">
      <dgm:prSet/>
      <dgm:spPr/>
      <dgm:t>
        <a:bodyPr/>
        <a:lstStyle/>
        <a:p>
          <a:endParaRPr lang="en-US"/>
        </a:p>
      </dgm:t>
    </dgm:pt>
    <dgm:pt modelId="{28723B88-3B5C-4038-9168-20F9845E7283}" type="sibTrans" cxnId="{0517B443-B601-492C-B086-E427E9DDE087}">
      <dgm:prSet/>
      <dgm:spPr/>
      <dgm:t>
        <a:bodyPr/>
        <a:lstStyle/>
        <a:p>
          <a:endParaRPr lang="en-US"/>
        </a:p>
      </dgm:t>
    </dgm:pt>
    <dgm:pt modelId="{89220426-BD24-48B9-B3F7-EF2A92D883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Better Accuracy</a:t>
          </a:r>
        </a:p>
      </dgm:t>
    </dgm:pt>
    <dgm:pt modelId="{E5147525-8074-4006-8E21-C7A96A540064}" type="parTrans" cxnId="{354CB4B8-1394-4C2C-8157-BFAFD70A6197}">
      <dgm:prSet/>
      <dgm:spPr/>
      <dgm:t>
        <a:bodyPr/>
        <a:lstStyle/>
        <a:p>
          <a:endParaRPr lang="en-US"/>
        </a:p>
      </dgm:t>
    </dgm:pt>
    <dgm:pt modelId="{2B2ACF20-D20F-46B8-88A3-687216B674B4}" type="sibTrans" cxnId="{354CB4B8-1394-4C2C-8157-BFAFD70A6197}">
      <dgm:prSet/>
      <dgm:spPr/>
      <dgm:t>
        <a:bodyPr/>
        <a:lstStyle/>
        <a:p>
          <a:endParaRPr lang="en-US"/>
        </a:p>
      </dgm:t>
    </dgm:pt>
    <dgm:pt modelId="{0C07D5DD-E881-4E6F-BBE0-BB4CA2D001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Advanced RNN models</a:t>
          </a:r>
        </a:p>
      </dgm:t>
    </dgm:pt>
    <dgm:pt modelId="{290548E1-BD22-4BBE-BD67-CCAE699BBF00}" type="parTrans" cxnId="{3BF72867-D9B5-4F28-B003-4E2EF547D0F3}">
      <dgm:prSet/>
      <dgm:spPr/>
      <dgm:t>
        <a:bodyPr/>
        <a:lstStyle/>
        <a:p>
          <a:endParaRPr lang="en-US"/>
        </a:p>
      </dgm:t>
    </dgm:pt>
    <dgm:pt modelId="{139A4EC9-47D1-4913-8B84-E018F4C9F1A2}" type="sibTrans" cxnId="{3BF72867-D9B5-4F28-B003-4E2EF547D0F3}">
      <dgm:prSet/>
      <dgm:spPr/>
      <dgm:t>
        <a:bodyPr/>
        <a:lstStyle/>
        <a:p>
          <a:endParaRPr lang="en-US"/>
        </a:p>
      </dgm:t>
    </dgm:pt>
    <dgm:pt modelId="{6F412D05-7142-40EF-AA6E-CD5A7629E7A4}" type="pres">
      <dgm:prSet presAssocID="{FD90262A-ECC0-4F8E-9AAD-D9933E65A9A4}" presName="root" presStyleCnt="0">
        <dgm:presLayoutVars>
          <dgm:dir/>
          <dgm:resizeHandles val="exact"/>
        </dgm:presLayoutVars>
      </dgm:prSet>
      <dgm:spPr/>
    </dgm:pt>
    <dgm:pt modelId="{CFD54635-2FF5-4839-A62D-3C2A18F1430F}" type="pres">
      <dgm:prSet presAssocID="{EC4B55DF-8978-495D-8BFA-11FA4F74A3FC}" presName="compNode" presStyleCnt="0"/>
      <dgm:spPr/>
    </dgm:pt>
    <dgm:pt modelId="{6CD3E628-29C1-4F05-B84E-53C5CA4B8594}" type="pres">
      <dgm:prSet presAssocID="{EC4B55DF-8978-495D-8BFA-11FA4F74A3FC}" presName="bgRect" presStyleLbl="bgShp" presStyleIdx="0" presStyleCnt="4"/>
      <dgm:spPr/>
    </dgm:pt>
    <dgm:pt modelId="{5DE80CF8-15BD-492A-BF60-F230183C80C0}" type="pres">
      <dgm:prSet presAssocID="{EC4B55DF-8978-495D-8BFA-11FA4F74A3F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243551A-8046-4958-B628-4CCC931B46E2}" type="pres">
      <dgm:prSet presAssocID="{EC4B55DF-8978-495D-8BFA-11FA4F74A3FC}" presName="spaceRect" presStyleCnt="0"/>
      <dgm:spPr/>
    </dgm:pt>
    <dgm:pt modelId="{882A3EB1-6DC2-437F-AA48-7E87BBFD18A3}" type="pres">
      <dgm:prSet presAssocID="{EC4B55DF-8978-495D-8BFA-11FA4F74A3FC}" presName="parTx" presStyleLbl="revTx" presStyleIdx="0" presStyleCnt="5">
        <dgm:presLayoutVars>
          <dgm:chMax val="0"/>
          <dgm:chPref val="0"/>
        </dgm:presLayoutVars>
      </dgm:prSet>
      <dgm:spPr/>
    </dgm:pt>
    <dgm:pt modelId="{609BEEDD-60D8-4787-803C-CAA1687CB6BE}" type="pres">
      <dgm:prSet presAssocID="{0145EA1C-A7C6-4DB7-8283-771B1619BD5F}" presName="sibTrans" presStyleCnt="0"/>
      <dgm:spPr/>
    </dgm:pt>
    <dgm:pt modelId="{CC5FD509-960A-46D5-AB4C-7AB65229F894}" type="pres">
      <dgm:prSet presAssocID="{E15F6CF6-23A3-4EAB-BD21-699116884F85}" presName="compNode" presStyleCnt="0"/>
      <dgm:spPr/>
    </dgm:pt>
    <dgm:pt modelId="{0FE46DB8-A296-432F-B2CA-E756BBB26767}" type="pres">
      <dgm:prSet presAssocID="{E15F6CF6-23A3-4EAB-BD21-699116884F85}" presName="bgRect" presStyleLbl="bgShp" presStyleIdx="1" presStyleCnt="4"/>
      <dgm:spPr/>
    </dgm:pt>
    <dgm:pt modelId="{1955E8B8-0738-435A-AC75-80AF384064B1}" type="pres">
      <dgm:prSet presAssocID="{E15F6CF6-23A3-4EAB-BD21-699116884F8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5D9B22F-27CC-4393-AD68-FCA92B8E4F15}" type="pres">
      <dgm:prSet presAssocID="{E15F6CF6-23A3-4EAB-BD21-699116884F85}" presName="spaceRect" presStyleCnt="0"/>
      <dgm:spPr/>
    </dgm:pt>
    <dgm:pt modelId="{7E5294B1-3734-4E65-8CE2-F2FEC5B3DD5F}" type="pres">
      <dgm:prSet presAssocID="{E15F6CF6-23A3-4EAB-BD21-699116884F85}" presName="parTx" presStyleLbl="revTx" presStyleIdx="1" presStyleCnt="5">
        <dgm:presLayoutVars>
          <dgm:chMax val="0"/>
          <dgm:chPref val="0"/>
        </dgm:presLayoutVars>
      </dgm:prSet>
      <dgm:spPr/>
    </dgm:pt>
    <dgm:pt modelId="{EB4DFDD5-284E-4982-A8F0-321888E8ABDB}" type="pres">
      <dgm:prSet presAssocID="{9CF2A88A-22DB-4042-AD4F-B970E1BBF54B}" presName="sibTrans" presStyleCnt="0"/>
      <dgm:spPr/>
    </dgm:pt>
    <dgm:pt modelId="{E6C887D3-3AF1-40DE-9240-E36F5B3967B1}" type="pres">
      <dgm:prSet presAssocID="{D01FED38-D439-49E2-AD2B-464AD6C0C844}" presName="compNode" presStyleCnt="0"/>
      <dgm:spPr/>
    </dgm:pt>
    <dgm:pt modelId="{752DF5FF-7258-4FA5-BC7D-F2D5FB93C421}" type="pres">
      <dgm:prSet presAssocID="{D01FED38-D439-49E2-AD2B-464AD6C0C844}" presName="bgRect" presStyleLbl="bgShp" presStyleIdx="2" presStyleCnt="4"/>
      <dgm:spPr/>
    </dgm:pt>
    <dgm:pt modelId="{00B177E9-99DF-4E83-BA6E-D910027C9B93}" type="pres">
      <dgm:prSet presAssocID="{D01FED38-D439-49E2-AD2B-464AD6C0C84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E1D990E-1477-45C3-B93F-E5E5D4C9A3FC}" type="pres">
      <dgm:prSet presAssocID="{D01FED38-D439-49E2-AD2B-464AD6C0C844}" presName="spaceRect" presStyleCnt="0"/>
      <dgm:spPr/>
    </dgm:pt>
    <dgm:pt modelId="{1AE55628-6D5B-43B7-9F4B-82C084CE9D39}" type="pres">
      <dgm:prSet presAssocID="{D01FED38-D439-49E2-AD2B-464AD6C0C844}" presName="parTx" presStyleLbl="revTx" presStyleIdx="2" presStyleCnt="5">
        <dgm:presLayoutVars>
          <dgm:chMax val="0"/>
          <dgm:chPref val="0"/>
        </dgm:presLayoutVars>
      </dgm:prSet>
      <dgm:spPr/>
    </dgm:pt>
    <dgm:pt modelId="{FC2C2CDC-6931-4B8D-9F5B-050673AFB499}" type="pres">
      <dgm:prSet presAssocID="{A327196B-93FB-449F-B9C9-E2ADF797B40F}" presName="sibTrans" presStyleCnt="0"/>
      <dgm:spPr/>
    </dgm:pt>
    <dgm:pt modelId="{0C7731D8-A8AA-47B8-981B-9AAFD0F86691}" type="pres">
      <dgm:prSet presAssocID="{39CB1834-5B61-4BDE-BDFB-6618CF2E0B38}" presName="compNode" presStyleCnt="0"/>
      <dgm:spPr/>
    </dgm:pt>
    <dgm:pt modelId="{7F1EEDFF-033A-4C18-A38B-1129970B86D9}" type="pres">
      <dgm:prSet presAssocID="{39CB1834-5B61-4BDE-BDFB-6618CF2E0B38}" presName="bgRect" presStyleLbl="bgShp" presStyleIdx="3" presStyleCnt="4"/>
      <dgm:spPr/>
    </dgm:pt>
    <dgm:pt modelId="{598A1E36-05C7-429F-B664-879F25D42017}" type="pres">
      <dgm:prSet presAssocID="{39CB1834-5B61-4BDE-BDFB-6618CF2E0B3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3F30EC2-8A9F-4A75-AFD4-A440D636AD75}" type="pres">
      <dgm:prSet presAssocID="{39CB1834-5B61-4BDE-BDFB-6618CF2E0B38}" presName="spaceRect" presStyleCnt="0"/>
      <dgm:spPr/>
    </dgm:pt>
    <dgm:pt modelId="{EB8C82CA-0882-4478-AC44-C692646EC8F8}" type="pres">
      <dgm:prSet presAssocID="{39CB1834-5B61-4BDE-BDFB-6618CF2E0B38}" presName="parTx" presStyleLbl="revTx" presStyleIdx="3" presStyleCnt="5">
        <dgm:presLayoutVars>
          <dgm:chMax val="0"/>
          <dgm:chPref val="0"/>
        </dgm:presLayoutVars>
      </dgm:prSet>
      <dgm:spPr/>
    </dgm:pt>
    <dgm:pt modelId="{C99EC743-4C87-4853-9788-D49915DB6156}" type="pres">
      <dgm:prSet presAssocID="{39CB1834-5B61-4BDE-BDFB-6618CF2E0B38}" presName="desTx" presStyleLbl="revTx" presStyleIdx="4" presStyleCnt="5">
        <dgm:presLayoutVars/>
      </dgm:prSet>
      <dgm:spPr/>
    </dgm:pt>
  </dgm:ptLst>
  <dgm:cxnLst>
    <dgm:cxn modelId="{23B78809-D041-4907-A1D4-BDD2F9A2A45C}" type="presOf" srcId="{4C93DFB5-6004-4357-BC9B-637ED92A3291}" destId="{C99EC743-4C87-4853-9788-D49915DB6156}" srcOrd="0" destOrd="0" presId="urn:microsoft.com/office/officeart/2018/2/layout/IconVerticalSolidList"/>
    <dgm:cxn modelId="{795B8F22-A83A-4FFD-893B-B63577AC03A4}" type="presOf" srcId="{D01FED38-D439-49E2-AD2B-464AD6C0C844}" destId="{1AE55628-6D5B-43B7-9F4B-82C084CE9D39}" srcOrd="0" destOrd="0" presId="urn:microsoft.com/office/officeart/2018/2/layout/IconVerticalSolidList"/>
    <dgm:cxn modelId="{15C5CF22-60CB-4C67-A51A-68658D33AE3B}" type="presOf" srcId="{89220426-BD24-48B9-B3F7-EF2A92D88366}" destId="{C99EC743-4C87-4853-9788-D49915DB6156}" srcOrd="0" destOrd="1" presId="urn:microsoft.com/office/officeart/2018/2/layout/IconVerticalSolidList"/>
    <dgm:cxn modelId="{5B8C7335-5294-4E82-A642-591190673EDB}" type="presOf" srcId="{E15F6CF6-23A3-4EAB-BD21-699116884F85}" destId="{7E5294B1-3734-4E65-8CE2-F2FEC5B3DD5F}" srcOrd="0" destOrd="0" presId="urn:microsoft.com/office/officeart/2018/2/layout/IconVerticalSolidList"/>
    <dgm:cxn modelId="{C3B1BB39-7B42-4CE8-B181-AC45208D133D}" srcId="{FD90262A-ECC0-4F8E-9AAD-D9933E65A9A4}" destId="{39CB1834-5B61-4BDE-BDFB-6618CF2E0B38}" srcOrd="3" destOrd="0" parTransId="{BFFC400C-033B-4BFD-9C54-0B3142FAFC1F}" sibTransId="{4B84183E-7C5E-4714-9476-5E9AADE39AEB}"/>
    <dgm:cxn modelId="{0517B443-B601-492C-B086-E427E9DDE087}" srcId="{39CB1834-5B61-4BDE-BDFB-6618CF2E0B38}" destId="{4C93DFB5-6004-4357-BC9B-637ED92A3291}" srcOrd="0" destOrd="0" parTransId="{9498AB20-C3CC-42EE-95BE-03D9F880321A}" sibTransId="{28723B88-3B5C-4038-9168-20F9845E7283}"/>
    <dgm:cxn modelId="{52F35F65-FD7F-4E21-8D06-30E9842C0D5F}" srcId="{FD90262A-ECC0-4F8E-9AAD-D9933E65A9A4}" destId="{EC4B55DF-8978-495D-8BFA-11FA4F74A3FC}" srcOrd="0" destOrd="0" parTransId="{EFCABAD0-040A-448B-A92B-9CDA3C2BBE5F}" sibTransId="{0145EA1C-A7C6-4DB7-8283-771B1619BD5F}"/>
    <dgm:cxn modelId="{3BF72867-D9B5-4F28-B003-4E2EF547D0F3}" srcId="{39CB1834-5B61-4BDE-BDFB-6618CF2E0B38}" destId="{0C07D5DD-E881-4E6F-BBE0-BB4CA2D0011B}" srcOrd="2" destOrd="0" parTransId="{290548E1-BD22-4BBE-BD67-CCAE699BBF00}" sibTransId="{139A4EC9-47D1-4913-8B84-E018F4C9F1A2}"/>
    <dgm:cxn modelId="{380C9584-4CA5-4C48-9CCE-6FB21E78A239}" type="presOf" srcId="{FD90262A-ECC0-4F8E-9AAD-D9933E65A9A4}" destId="{6F412D05-7142-40EF-AA6E-CD5A7629E7A4}" srcOrd="0" destOrd="0" presId="urn:microsoft.com/office/officeart/2018/2/layout/IconVerticalSolidList"/>
    <dgm:cxn modelId="{80845488-8103-4BB9-BCA7-D7DD0426B8B1}" type="presOf" srcId="{EC4B55DF-8978-495D-8BFA-11FA4F74A3FC}" destId="{882A3EB1-6DC2-437F-AA48-7E87BBFD18A3}" srcOrd="0" destOrd="0" presId="urn:microsoft.com/office/officeart/2018/2/layout/IconVerticalSolidList"/>
    <dgm:cxn modelId="{31041790-C1E3-4867-BAFB-C6A796CFE668}" type="presOf" srcId="{39CB1834-5B61-4BDE-BDFB-6618CF2E0B38}" destId="{EB8C82CA-0882-4478-AC44-C692646EC8F8}" srcOrd="0" destOrd="0" presId="urn:microsoft.com/office/officeart/2018/2/layout/IconVerticalSolidList"/>
    <dgm:cxn modelId="{C67EC3AB-4523-4D5D-A6F0-A582FF9ADE97}" srcId="{FD90262A-ECC0-4F8E-9AAD-D9933E65A9A4}" destId="{E15F6CF6-23A3-4EAB-BD21-699116884F85}" srcOrd="1" destOrd="0" parTransId="{38E6D2C6-F1F0-4C36-99F7-B699078C3674}" sibTransId="{9CF2A88A-22DB-4042-AD4F-B970E1BBF54B}"/>
    <dgm:cxn modelId="{354CB4B8-1394-4C2C-8157-BFAFD70A6197}" srcId="{39CB1834-5B61-4BDE-BDFB-6618CF2E0B38}" destId="{89220426-BD24-48B9-B3F7-EF2A92D88366}" srcOrd="1" destOrd="0" parTransId="{E5147525-8074-4006-8E21-C7A96A540064}" sibTransId="{2B2ACF20-D20F-46B8-88A3-687216B674B4}"/>
    <dgm:cxn modelId="{C9E776E5-448D-4FB7-AED0-66DB732B461C}" type="presOf" srcId="{0C07D5DD-E881-4E6F-BBE0-BB4CA2D0011B}" destId="{C99EC743-4C87-4853-9788-D49915DB6156}" srcOrd="0" destOrd="2" presId="urn:microsoft.com/office/officeart/2018/2/layout/IconVerticalSolidList"/>
    <dgm:cxn modelId="{886357F7-0578-4FE9-943F-A14CC3828014}" srcId="{FD90262A-ECC0-4F8E-9AAD-D9933E65A9A4}" destId="{D01FED38-D439-49E2-AD2B-464AD6C0C844}" srcOrd="2" destOrd="0" parTransId="{AC60DD2E-D39E-49C9-8964-4A5A61AF79DF}" sibTransId="{A327196B-93FB-449F-B9C9-E2ADF797B40F}"/>
    <dgm:cxn modelId="{FA3F5366-3396-4902-BE2C-5935BF6449CF}" type="presParOf" srcId="{6F412D05-7142-40EF-AA6E-CD5A7629E7A4}" destId="{CFD54635-2FF5-4839-A62D-3C2A18F1430F}" srcOrd="0" destOrd="0" presId="urn:microsoft.com/office/officeart/2018/2/layout/IconVerticalSolidList"/>
    <dgm:cxn modelId="{766FECDB-5750-4467-8942-A9E3FF2A6DD3}" type="presParOf" srcId="{CFD54635-2FF5-4839-A62D-3C2A18F1430F}" destId="{6CD3E628-29C1-4F05-B84E-53C5CA4B8594}" srcOrd="0" destOrd="0" presId="urn:microsoft.com/office/officeart/2018/2/layout/IconVerticalSolidList"/>
    <dgm:cxn modelId="{53566400-19C6-4D12-B934-FEA710201323}" type="presParOf" srcId="{CFD54635-2FF5-4839-A62D-3C2A18F1430F}" destId="{5DE80CF8-15BD-492A-BF60-F230183C80C0}" srcOrd="1" destOrd="0" presId="urn:microsoft.com/office/officeart/2018/2/layout/IconVerticalSolidList"/>
    <dgm:cxn modelId="{418B678B-6E37-4826-BFEE-7F5A37840A64}" type="presParOf" srcId="{CFD54635-2FF5-4839-A62D-3C2A18F1430F}" destId="{A243551A-8046-4958-B628-4CCC931B46E2}" srcOrd="2" destOrd="0" presId="urn:microsoft.com/office/officeart/2018/2/layout/IconVerticalSolidList"/>
    <dgm:cxn modelId="{C27C3AB8-B59E-4E7A-A1F0-17FD042739FA}" type="presParOf" srcId="{CFD54635-2FF5-4839-A62D-3C2A18F1430F}" destId="{882A3EB1-6DC2-437F-AA48-7E87BBFD18A3}" srcOrd="3" destOrd="0" presId="urn:microsoft.com/office/officeart/2018/2/layout/IconVerticalSolidList"/>
    <dgm:cxn modelId="{D770931C-1784-4195-BFC4-39280B00724C}" type="presParOf" srcId="{6F412D05-7142-40EF-AA6E-CD5A7629E7A4}" destId="{609BEEDD-60D8-4787-803C-CAA1687CB6BE}" srcOrd="1" destOrd="0" presId="urn:microsoft.com/office/officeart/2018/2/layout/IconVerticalSolidList"/>
    <dgm:cxn modelId="{B0A260E7-21CC-4138-B569-1C8CC720BE77}" type="presParOf" srcId="{6F412D05-7142-40EF-AA6E-CD5A7629E7A4}" destId="{CC5FD509-960A-46D5-AB4C-7AB65229F894}" srcOrd="2" destOrd="0" presId="urn:microsoft.com/office/officeart/2018/2/layout/IconVerticalSolidList"/>
    <dgm:cxn modelId="{0BC6DDD6-B617-4B71-8FAC-582F7BDD379D}" type="presParOf" srcId="{CC5FD509-960A-46D5-AB4C-7AB65229F894}" destId="{0FE46DB8-A296-432F-B2CA-E756BBB26767}" srcOrd="0" destOrd="0" presId="urn:microsoft.com/office/officeart/2018/2/layout/IconVerticalSolidList"/>
    <dgm:cxn modelId="{B896BE4F-0772-40DA-BA4C-84BA90E2A65E}" type="presParOf" srcId="{CC5FD509-960A-46D5-AB4C-7AB65229F894}" destId="{1955E8B8-0738-435A-AC75-80AF384064B1}" srcOrd="1" destOrd="0" presId="urn:microsoft.com/office/officeart/2018/2/layout/IconVerticalSolidList"/>
    <dgm:cxn modelId="{3D8DEF5D-8F04-4C38-B656-D79F2785AEAF}" type="presParOf" srcId="{CC5FD509-960A-46D5-AB4C-7AB65229F894}" destId="{F5D9B22F-27CC-4393-AD68-FCA92B8E4F15}" srcOrd="2" destOrd="0" presId="urn:microsoft.com/office/officeart/2018/2/layout/IconVerticalSolidList"/>
    <dgm:cxn modelId="{CFC9B022-DB0F-407B-B60B-9B79C977D11F}" type="presParOf" srcId="{CC5FD509-960A-46D5-AB4C-7AB65229F894}" destId="{7E5294B1-3734-4E65-8CE2-F2FEC5B3DD5F}" srcOrd="3" destOrd="0" presId="urn:microsoft.com/office/officeart/2018/2/layout/IconVerticalSolidList"/>
    <dgm:cxn modelId="{B30F5583-FC42-48B7-88C3-93F2B83FBD1E}" type="presParOf" srcId="{6F412D05-7142-40EF-AA6E-CD5A7629E7A4}" destId="{EB4DFDD5-284E-4982-A8F0-321888E8ABDB}" srcOrd="3" destOrd="0" presId="urn:microsoft.com/office/officeart/2018/2/layout/IconVerticalSolidList"/>
    <dgm:cxn modelId="{6B0902AF-671A-4A8A-A8AE-23CADCD8611F}" type="presParOf" srcId="{6F412D05-7142-40EF-AA6E-CD5A7629E7A4}" destId="{E6C887D3-3AF1-40DE-9240-E36F5B3967B1}" srcOrd="4" destOrd="0" presId="urn:microsoft.com/office/officeart/2018/2/layout/IconVerticalSolidList"/>
    <dgm:cxn modelId="{F746C109-D714-498D-AC0F-062907AF33A2}" type="presParOf" srcId="{E6C887D3-3AF1-40DE-9240-E36F5B3967B1}" destId="{752DF5FF-7258-4FA5-BC7D-F2D5FB93C421}" srcOrd="0" destOrd="0" presId="urn:microsoft.com/office/officeart/2018/2/layout/IconVerticalSolidList"/>
    <dgm:cxn modelId="{AB303E4A-BFD6-4A45-B589-2BB9891B34EB}" type="presParOf" srcId="{E6C887D3-3AF1-40DE-9240-E36F5B3967B1}" destId="{00B177E9-99DF-4E83-BA6E-D910027C9B93}" srcOrd="1" destOrd="0" presId="urn:microsoft.com/office/officeart/2018/2/layout/IconVerticalSolidList"/>
    <dgm:cxn modelId="{8F007D13-40C2-4597-B01E-30F83AE29569}" type="presParOf" srcId="{E6C887D3-3AF1-40DE-9240-E36F5B3967B1}" destId="{8E1D990E-1477-45C3-B93F-E5E5D4C9A3FC}" srcOrd="2" destOrd="0" presId="urn:microsoft.com/office/officeart/2018/2/layout/IconVerticalSolidList"/>
    <dgm:cxn modelId="{BAEAFA10-AD53-4A97-AE05-C8A8353B8BFD}" type="presParOf" srcId="{E6C887D3-3AF1-40DE-9240-E36F5B3967B1}" destId="{1AE55628-6D5B-43B7-9F4B-82C084CE9D39}" srcOrd="3" destOrd="0" presId="urn:microsoft.com/office/officeart/2018/2/layout/IconVerticalSolidList"/>
    <dgm:cxn modelId="{25CD2821-F166-43A6-973E-5074CA506BD5}" type="presParOf" srcId="{6F412D05-7142-40EF-AA6E-CD5A7629E7A4}" destId="{FC2C2CDC-6931-4B8D-9F5B-050673AFB499}" srcOrd="5" destOrd="0" presId="urn:microsoft.com/office/officeart/2018/2/layout/IconVerticalSolidList"/>
    <dgm:cxn modelId="{C89EB177-0EEF-4C5F-AF5E-BD09C9EDC65A}" type="presParOf" srcId="{6F412D05-7142-40EF-AA6E-CD5A7629E7A4}" destId="{0C7731D8-A8AA-47B8-981B-9AAFD0F86691}" srcOrd="6" destOrd="0" presId="urn:microsoft.com/office/officeart/2018/2/layout/IconVerticalSolidList"/>
    <dgm:cxn modelId="{9A7F9F73-5E54-48B5-991E-812D61DAB094}" type="presParOf" srcId="{0C7731D8-A8AA-47B8-981B-9AAFD0F86691}" destId="{7F1EEDFF-033A-4C18-A38B-1129970B86D9}" srcOrd="0" destOrd="0" presId="urn:microsoft.com/office/officeart/2018/2/layout/IconVerticalSolidList"/>
    <dgm:cxn modelId="{5EA3C50E-81E4-40EA-BA0B-724F5C4862DE}" type="presParOf" srcId="{0C7731D8-A8AA-47B8-981B-9AAFD0F86691}" destId="{598A1E36-05C7-429F-B664-879F25D42017}" srcOrd="1" destOrd="0" presId="urn:microsoft.com/office/officeart/2018/2/layout/IconVerticalSolidList"/>
    <dgm:cxn modelId="{F4903CBA-6A21-4494-92F3-A6CFBA82A09A}" type="presParOf" srcId="{0C7731D8-A8AA-47B8-981B-9AAFD0F86691}" destId="{63F30EC2-8A9F-4A75-AFD4-A440D636AD75}" srcOrd="2" destOrd="0" presId="urn:microsoft.com/office/officeart/2018/2/layout/IconVerticalSolidList"/>
    <dgm:cxn modelId="{A0265E24-7CF1-467E-8446-6F3AB9698917}" type="presParOf" srcId="{0C7731D8-A8AA-47B8-981B-9AAFD0F86691}" destId="{EB8C82CA-0882-4478-AC44-C692646EC8F8}" srcOrd="3" destOrd="0" presId="urn:microsoft.com/office/officeart/2018/2/layout/IconVerticalSolidList"/>
    <dgm:cxn modelId="{43F2FA7A-5D79-44E8-A1DC-5C842D173801}" type="presParOf" srcId="{0C7731D8-A8AA-47B8-981B-9AAFD0F86691}" destId="{C99EC743-4C87-4853-9788-D49915DB615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12F8F-CDF1-4552-8544-2D37E1FAC14E}">
      <dsp:nvSpPr>
        <dsp:cNvPr id="0" name=""/>
        <dsp:cNvSpPr/>
      </dsp:nvSpPr>
      <dsp:spPr>
        <a:xfrm>
          <a:off x="559800" y="219479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59A8D-2435-44F4-ADFF-A948A6A321D8}">
      <dsp:nvSpPr>
        <dsp:cNvPr id="0" name=""/>
        <dsp:cNvSpPr/>
      </dsp:nvSpPr>
      <dsp:spPr>
        <a:xfrm>
          <a:off x="559800" y="189971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Problem</a:t>
          </a:r>
        </a:p>
      </dsp:txBody>
      <dsp:txXfrm>
        <a:off x="559800" y="1899711"/>
        <a:ext cx="4320000" cy="648000"/>
      </dsp:txXfrm>
    </dsp:sp>
    <dsp:sp modelId="{665A5B6F-187D-4CF2-8D84-737E89202BE1}">
      <dsp:nvSpPr>
        <dsp:cNvPr id="0" name=""/>
        <dsp:cNvSpPr/>
      </dsp:nvSpPr>
      <dsp:spPr>
        <a:xfrm>
          <a:off x="559800" y="2625959"/>
          <a:ext cx="4320000" cy="1505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Spam text messages are common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Spam may contain: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Scams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Phishing links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Fake offers</a:t>
          </a:r>
        </a:p>
      </dsp:txBody>
      <dsp:txXfrm>
        <a:off x="559800" y="2625959"/>
        <a:ext cx="4320000" cy="1505899"/>
      </dsp:txXfrm>
    </dsp:sp>
    <dsp:sp modelId="{41637EB9-AE11-44F1-9DFF-6C61F070C805}">
      <dsp:nvSpPr>
        <dsp:cNvPr id="0" name=""/>
        <dsp:cNvSpPr/>
      </dsp:nvSpPr>
      <dsp:spPr>
        <a:xfrm>
          <a:off x="5635800" y="219479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B86444-1540-496E-ADA9-6D3D4B17BB03}">
      <dsp:nvSpPr>
        <dsp:cNvPr id="0" name=""/>
        <dsp:cNvSpPr/>
      </dsp:nvSpPr>
      <dsp:spPr>
        <a:xfrm>
          <a:off x="5635800" y="189971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Goal</a:t>
          </a:r>
        </a:p>
      </dsp:txBody>
      <dsp:txXfrm>
        <a:off x="5635800" y="1899711"/>
        <a:ext cx="4320000" cy="648000"/>
      </dsp:txXfrm>
    </dsp:sp>
    <dsp:sp modelId="{7E0A8398-1125-4A9C-ADDD-82498F35D11E}">
      <dsp:nvSpPr>
        <dsp:cNvPr id="0" name=""/>
        <dsp:cNvSpPr/>
      </dsp:nvSpPr>
      <dsp:spPr>
        <a:xfrm>
          <a:off x="5635800" y="2625959"/>
          <a:ext cx="4320000" cy="1505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Build a machine learning model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Predict if a message is: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Spam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Legitimate</a:t>
          </a:r>
        </a:p>
      </dsp:txBody>
      <dsp:txXfrm>
        <a:off x="5635800" y="2625959"/>
        <a:ext cx="4320000" cy="15058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4D27B-D6E2-4DC7-98BE-FACF51F6E622}">
      <dsp:nvSpPr>
        <dsp:cNvPr id="0" name=""/>
        <dsp:cNvSpPr/>
      </dsp:nvSpPr>
      <dsp:spPr>
        <a:xfrm>
          <a:off x="0" y="19830"/>
          <a:ext cx="6364224" cy="8622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897474-26DF-475F-9B9D-B38A911884F6}">
      <dsp:nvSpPr>
        <dsp:cNvPr id="0" name=""/>
        <dsp:cNvSpPr/>
      </dsp:nvSpPr>
      <dsp:spPr>
        <a:xfrm>
          <a:off x="260833" y="213839"/>
          <a:ext cx="474706" cy="474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79F654-470E-4EB3-820D-3AC849E39CC4}">
      <dsp:nvSpPr>
        <dsp:cNvPr id="0" name=""/>
        <dsp:cNvSpPr/>
      </dsp:nvSpPr>
      <dsp:spPr>
        <a:xfrm>
          <a:off x="996373" y="19830"/>
          <a:ext cx="4903833" cy="916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48" tIns="97048" rIns="97048" bIns="9704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SMS Spam Collection Dataset</a:t>
          </a:r>
        </a:p>
      </dsp:txBody>
      <dsp:txXfrm>
        <a:off x="996373" y="19830"/>
        <a:ext cx="4903833" cy="916993"/>
      </dsp:txXfrm>
    </dsp:sp>
    <dsp:sp modelId="{C09E3966-E088-4C0C-B9C0-A26D0739F9DC}">
      <dsp:nvSpPr>
        <dsp:cNvPr id="0" name=""/>
        <dsp:cNvSpPr/>
      </dsp:nvSpPr>
      <dsp:spPr>
        <a:xfrm>
          <a:off x="0" y="1159125"/>
          <a:ext cx="6364224" cy="8622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EA5903-3CDA-4E2D-97A5-DFC16583DA5C}">
      <dsp:nvSpPr>
        <dsp:cNvPr id="0" name=""/>
        <dsp:cNvSpPr/>
      </dsp:nvSpPr>
      <dsp:spPr>
        <a:xfrm>
          <a:off x="260833" y="1353133"/>
          <a:ext cx="474706" cy="474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1F4872-4C39-4D61-8D0D-6DFC7A0722EF}">
      <dsp:nvSpPr>
        <dsp:cNvPr id="0" name=""/>
        <dsp:cNvSpPr/>
      </dsp:nvSpPr>
      <dsp:spPr>
        <a:xfrm>
          <a:off x="996373" y="1159125"/>
          <a:ext cx="4903833" cy="916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48" tIns="97048" rIns="97048" bIns="9704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Dataset from the UCI Machine Learning repository</a:t>
          </a:r>
        </a:p>
      </dsp:txBody>
      <dsp:txXfrm>
        <a:off x="996373" y="1159125"/>
        <a:ext cx="4903833" cy="916993"/>
      </dsp:txXfrm>
    </dsp:sp>
    <dsp:sp modelId="{93C56BDD-D79C-47B4-815E-63E88712762C}">
      <dsp:nvSpPr>
        <dsp:cNvPr id="0" name=""/>
        <dsp:cNvSpPr/>
      </dsp:nvSpPr>
      <dsp:spPr>
        <a:xfrm>
          <a:off x="0" y="2298419"/>
          <a:ext cx="6364224" cy="8622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B7F22C-FCBA-46FF-80A3-246DDFCD994B}">
      <dsp:nvSpPr>
        <dsp:cNvPr id="0" name=""/>
        <dsp:cNvSpPr/>
      </dsp:nvSpPr>
      <dsp:spPr>
        <a:xfrm>
          <a:off x="260833" y="2492427"/>
          <a:ext cx="474706" cy="474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BA9BF-2389-4209-AF59-2C55B8A55F48}">
      <dsp:nvSpPr>
        <dsp:cNvPr id="0" name=""/>
        <dsp:cNvSpPr/>
      </dsp:nvSpPr>
      <dsp:spPr>
        <a:xfrm>
          <a:off x="996373" y="2298419"/>
          <a:ext cx="4903833" cy="916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48" tIns="97048" rIns="97048" bIns="9704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Total messages: 5572</a:t>
          </a:r>
        </a:p>
      </dsp:txBody>
      <dsp:txXfrm>
        <a:off x="996373" y="2298419"/>
        <a:ext cx="4903833" cy="916993"/>
      </dsp:txXfrm>
    </dsp:sp>
    <dsp:sp modelId="{59FBD279-AE45-449D-B2B3-06C18FCC1599}">
      <dsp:nvSpPr>
        <dsp:cNvPr id="0" name=""/>
        <dsp:cNvSpPr/>
      </dsp:nvSpPr>
      <dsp:spPr>
        <a:xfrm>
          <a:off x="0" y="3437713"/>
          <a:ext cx="6364224" cy="8622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E2E51D-999A-40F3-8D64-697492DE9CFB}">
      <dsp:nvSpPr>
        <dsp:cNvPr id="0" name=""/>
        <dsp:cNvSpPr/>
      </dsp:nvSpPr>
      <dsp:spPr>
        <a:xfrm>
          <a:off x="260833" y="3631722"/>
          <a:ext cx="474706" cy="474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D8A9C-89DD-4308-8DDD-0AE0526103B0}">
      <dsp:nvSpPr>
        <dsp:cNvPr id="0" name=""/>
        <dsp:cNvSpPr/>
      </dsp:nvSpPr>
      <dsp:spPr>
        <a:xfrm>
          <a:off x="996373" y="3437713"/>
          <a:ext cx="4903833" cy="916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48" tIns="97048" rIns="97048" bIns="9704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Link: </a:t>
          </a:r>
          <a:r>
            <a:rPr lang="en-US" sz="1400" kern="1200" dirty="0">
              <a:hlinkClick xmlns:r="http://schemas.openxmlformats.org/officeDocument/2006/relationships" r:id="rId5"/>
            </a:rPr>
            <a:t>https://archive.ics.uci.edu/dataset/228/sms+spam+collection</a:t>
          </a:r>
          <a:endParaRPr lang="en-US" sz="1400" kern="1200" dirty="0"/>
        </a:p>
      </dsp:txBody>
      <dsp:txXfrm>
        <a:off x="996373" y="3437713"/>
        <a:ext cx="4903833" cy="916993"/>
      </dsp:txXfrm>
    </dsp:sp>
    <dsp:sp modelId="{6729755D-63D3-410C-9014-D74C79F870BC}">
      <dsp:nvSpPr>
        <dsp:cNvPr id="0" name=""/>
        <dsp:cNvSpPr/>
      </dsp:nvSpPr>
      <dsp:spPr>
        <a:xfrm>
          <a:off x="0" y="4577008"/>
          <a:ext cx="6364224" cy="8622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764129-9542-4E3E-ADE4-A087BD176553}">
      <dsp:nvSpPr>
        <dsp:cNvPr id="0" name=""/>
        <dsp:cNvSpPr/>
      </dsp:nvSpPr>
      <dsp:spPr>
        <a:xfrm>
          <a:off x="260833" y="4771016"/>
          <a:ext cx="474706" cy="474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5255B1-1453-4DB1-ABBC-DA1AAE4FA66A}">
      <dsp:nvSpPr>
        <dsp:cNvPr id="0" name=""/>
        <dsp:cNvSpPr/>
      </dsp:nvSpPr>
      <dsp:spPr>
        <a:xfrm>
          <a:off x="996373" y="4577008"/>
          <a:ext cx="2863900" cy="916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48" tIns="97048" rIns="97048" bIns="9704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Categories:</a:t>
          </a:r>
        </a:p>
      </dsp:txBody>
      <dsp:txXfrm>
        <a:off x="996373" y="4577008"/>
        <a:ext cx="2863900" cy="916993"/>
      </dsp:txXfrm>
    </dsp:sp>
    <dsp:sp modelId="{389B0267-9346-4E6F-B8BA-8B8D8EF90DB1}">
      <dsp:nvSpPr>
        <dsp:cNvPr id="0" name=""/>
        <dsp:cNvSpPr/>
      </dsp:nvSpPr>
      <dsp:spPr>
        <a:xfrm>
          <a:off x="3860274" y="4577008"/>
          <a:ext cx="2039933" cy="916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48" tIns="97048" rIns="97048" bIns="97048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Ham (Legitimate)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Spam</a:t>
          </a:r>
        </a:p>
      </dsp:txBody>
      <dsp:txXfrm>
        <a:off x="3860274" y="4577008"/>
        <a:ext cx="2039933" cy="9169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7A4E51-2247-4EED-8603-4496AF6471FC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70CDC5-0971-4B8B-AE87-630F8B633469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80A08-36CE-4519-9A77-FAE83DCD80F2}">
      <dsp:nvSpPr>
        <dsp:cNvPr id="0" name=""/>
        <dsp:cNvSpPr/>
      </dsp:nvSpPr>
      <dsp:spPr>
        <a:xfrm>
          <a:off x="1507738" y="707092"/>
          <a:ext cx="4732020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Machine Learning Method</a:t>
          </a:r>
        </a:p>
      </dsp:txBody>
      <dsp:txXfrm>
        <a:off x="1507738" y="707092"/>
        <a:ext cx="4732020" cy="1305401"/>
      </dsp:txXfrm>
    </dsp:sp>
    <dsp:sp modelId="{62F1F3B0-C8B6-4DFF-8AD7-9777F06399AE}">
      <dsp:nvSpPr>
        <dsp:cNvPr id="0" name=""/>
        <dsp:cNvSpPr/>
      </dsp:nvSpPr>
      <dsp:spPr>
        <a:xfrm>
          <a:off x="6239758" y="707092"/>
          <a:ext cx="427584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Used a Recurrent Neural Network (RNN)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Built using PyTorch</a:t>
          </a:r>
        </a:p>
      </dsp:txBody>
      <dsp:txXfrm>
        <a:off x="6239758" y="707092"/>
        <a:ext cx="4275841" cy="1305401"/>
      </dsp:txXfrm>
    </dsp:sp>
    <dsp:sp modelId="{5CA8E36E-ED6C-4BC9-A2A1-6790F23D6E8F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CCA5BC-7EE2-4A15-9CFA-500D27921629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B77A16-3FA7-4216-82D9-247F6A57EFDE}">
      <dsp:nvSpPr>
        <dsp:cNvPr id="0" name=""/>
        <dsp:cNvSpPr/>
      </dsp:nvSpPr>
      <dsp:spPr>
        <a:xfrm>
          <a:off x="1507738" y="2338844"/>
          <a:ext cx="4732020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Why RNN?</a:t>
          </a:r>
        </a:p>
      </dsp:txBody>
      <dsp:txXfrm>
        <a:off x="1507738" y="2338844"/>
        <a:ext cx="4732020" cy="1305401"/>
      </dsp:txXfrm>
    </dsp:sp>
    <dsp:sp modelId="{CC9B59EB-3CF7-45C2-BA56-CCC742E8CE2E}">
      <dsp:nvSpPr>
        <dsp:cNvPr id="0" name=""/>
        <dsp:cNvSpPr/>
      </dsp:nvSpPr>
      <dsp:spPr>
        <a:xfrm>
          <a:off x="6239758" y="2338844"/>
          <a:ext cx="427584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RNNs work well with text data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They process information sequentially</a:t>
          </a:r>
        </a:p>
      </dsp:txBody>
      <dsp:txXfrm>
        <a:off x="6239758" y="2338844"/>
        <a:ext cx="4275841" cy="13054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95CDEF-EE63-4C15-91BB-523AC9422B92}">
      <dsp:nvSpPr>
        <dsp:cNvPr id="0" name=""/>
        <dsp:cNvSpPr/>
      </dsp:nvSpPr>
      <dsp:spPr>
        <a:xfrm>
          <a:off x="559800" y="534037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73CB0-6398-4B56-AA16-D2D9FA46EA0D}">
      <dsp:nvSpPr>
        <dsp:cNvPr id="0" name=""/>
        <dsp:cNvSpPr/>
      </dsp:nvSpPr>
      <dsp:spPr>
        <a:xfrm>
          <a:off x="559800" y="218721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/>
            <a:t>Missing Data Handling</a:t>
          </a:r>
        </a:p>
      </dsp:txBody>
      <dsp:txXfrm>
        <a:off x="559800" y="2187217"/>
        <a:ext cx="4320000" cy="648000"/>
      </dsp:txXfrm>
    </dsp:sp>
    <dsp:sp modelId="{98A68A6D-1062-4639-89BF-103F575608DF}">
      <dsp:nvSpPr>
        <dsp:cNvPr id="0" name=""/>
        <dsp:cNvSpPr/>
      </dsp:nvSpPr>
      <dsp:spPr>
        <a:xfrm>
          <a:off x="559800" y="2900883"/>
          <a:ext cx="4320000" cy="91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Checked the dataset for missing values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Removed missing data using: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df = df.dropna()</a:t>
          </a:r>
        </a:p>
      </dsp:txBody>
      <dsp:txXfrm>
        <a:off x="559800" y="2900883"/>
        <a:ext cx="4320000" cy="916417"/>
      </dsp:txXfrm>
    </dsp:sp>
    <dsp:sp modelId="{49F83194-12DE-47D2-9C90-F1417A1E6E3F}">
      <dsp:nvSpPr>
        <dsp:cNvPr id="0" name=""/>
        <dsp:cNvSpPr/>
      </dsp:nvSpPr>
      <dsp:spPr>
        <a:xfrm>
          <a:off x="5635800" y="534037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64CC0-0E99-4A87-90F4-C51D0E212BE9}">
      <dsp:nvSpPr>
        <dsp:cNvPr id="0" name=""/>
        <dsp:cNvSpPr/>
      </dsp:nvSpPr>
      <dsp:spPr>
        <a:xfrm>
          <a:off x="5635800" y="218721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/>
            <a:t>Why This Matters?</a:t>
          </a:r>
        </a:p>
      </dsp:txBody>
      <dsp:txXfrm>
        <a:off x="5635800" y="2187217"/>
        <a:ext cx="4320000" cy="648000"/>
      </dsp:txXfrm>
    </dsp:sp>
    <dsp:sp modelId="{75C9C37A-8156-4EDD-AC2F-28F36358E691}">
      <dsp:nvSpPr>
        <dsp:cNvPr id="0" name=""/>
        <dsp:cNvSpPr/>
      </dsp:nvSpPr>
      <dsp:spPr>
        <a:xfrm>
          <a:off x="5635800" y="2900883"/>
          <a:ext cx="4320000" cy="91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Missing data can affect model training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Cleaning the data improves accuracy</a:t>
          </a:r>
        </a:p>
      </dsp:txBody>
      <dsp:txXfrm>
        <a:off x="5635800" y="2900883"/>
        <a:ext cx="4320000" cy="9164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58CFF8-F450-48BB-A0DA-615E2C595EA4}">
      <dsp:nvSpPr>
        <dsp:cNvPr id="0" name=""/>
        <dsp:cNvSpPr/>
      </dsp:nvSpPr>
      <dsp:spPr>
        <a:xfrm>
          <a:off x="1963800" y="465974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45620-317B-48DE-923F-6557D7E9D203}">
      <dsp:nvSpPr>
        <dsp:cNvPr id="0" name=""/>
        <dsp:cNvSpPr/>
      </dsp:nvSpPr>
      <dsp:spPr>
        <a:xfrm>
          <a:off x="559800" y="212500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Class Imbalance</a:t>
          </a:r>
        </a:p>
      </dsp:txBody>
      <dsp:txXfrm>
        <a:off x="559800" y="2125008"/>
        <a:ext cx="4320000" cy="648000"/>
      </dsp:txXfrm>
    </dsp:sp>
    <dsp:sp modelId="{87AEDCBC-2B18-4E50-9CB7-57987F7037B5}">
      <dsp:nvSpPr>
        <dsp:cNvPr id="0" name=""/>
        <dsp:cNvSpPr/>
      </dsp:nvSpPr>
      <dsp:spPr>
        <a:xfrm>
          <a:off x="559800" y="2841396"/>
          <a:ext cx="4320000" cy="1043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Dataset contains: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More legitimate messages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Fewer spam messages</a:t>
          </a:r>
        </a:p>
      </dsp:txBody>
      <dsp:txXfrm>
        <a:off x="559800" y="2841396"/>
        <a:ext cx="4320000" cy="1043966"/>
      </dsp:txXfrm>
    </dsp:sp>
    <dsp:sp modelId="{A92FF7CC-0740-4E0D-A4F6-864565621EAC}">
      <dsp:nvSpPr>
        <dsp:cNvPr id="0" name=""/>
        <dsp:cNvSpPr/>
      </dsp:nvSpPr>
      <dsp:spPr>
        <a:xfrm>
          <a:off x="7039800" y="465974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D54C1-D983-4357-839C-1FF6D35D6232}">
      <dsp:nvSpPr>
        <dsp:cNvPr id="0" name=""/>
        <dsp:cNvSpPr/>
      </dsp:nvSpPr>
      <dsp:spPr>
        <a:xfrm>
          <a:off x="5635800" y="212500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Why This Matters</a:t>
          </a:r>
        </a:p>
      </dsp:txBody>
      <dsp:txXfrm>
        <a:off x="5635800" y="2125008"/>
        <a:ext cx="4320000" cy="648000"/>
      </dsp:txXfrm>
    </dsp:sp>
    <dsp:sp modelId="{31181DB1-E178-469B-B761-BA9FA0C3591F}">
      <dsp:nvSpPr>
        <dsp:cNvPr id="0" name=""/>
        <dsp:cNvSpPr/>
      </dsp:nvSpPr>
      <dsp:spPr>
        <a:xfrm>
          <a:off x="5635800" y="2841396"/>
          <a:ext cx="4320000" cy="1043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model may predict legitimate messages more often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Imbalanced data can affect prediction performace</a:t>
          </a:r>
        </a:p>
      </dsp:txBody>
      <dsp:txXfrm>
        <a:off x="5635800" y="2841396"/>
        <a:ext cx="4320000" cy="10439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DC4A65-B6C8-46A9-AA40-7A87771897C3}">
      <dsp:nvSpPr>
        <dsp:cNvPr id="0" name=""/>
        <dsp:cNvSpPr/>
      </dsp:nvSpPr>
      <dsp:spPr>
        <a:xfrm>
          <a:off x="559800" y="534037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6D1384-4BFE-4229-A33D-2A5028FC3FE9}">
      <dsp:nvSpPr>
        <dsp:cNvPr id="0" name=""/>
        <dsp:cNvSpPr/>
      </dsp:nvSpPr>
      <dsp:spPr>
        <a:xfrm>
          <a:off x="559800" y="218721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RNN Structure</a:t>
          </a:r>
        </a:p>
      </dsp:txBody>
      <dsp:txXfrm>
        <a:off x="559800" y="2187217"/>
        <a:ext cx="4320000" cy="648000"/>
      </dsp:txXfrm>
    </dsp:sp>
    <dsp:sp modelId="{569789B1-BAF4-4E7A-A8E0-8F0D9F521D11}">
      <dsp:nvSpPr>
        <dsp:cNvPr id="0" name=""/>
        <dsp:cNvSpPr/>
      </dsp:nvSpPr>
      <dsp:spPr>
        <a:xfrm>
          <a:off x="559800" y="2900883"/>
          <a:ext cx="4320000" cy="91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Input Layer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Hidden Layer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Output Layer</a:t>
          </a:r>
        </a:p>
      </dsp:txBody>
      <dsp:txXfrm>
        <a:off x="559800" y="2900883"/>
        <a:ext cx="4320000" cy="916417"/>
      </dsp:txXfrm>
    </dsp:sp>
    <dsp:sp modelId="{DF6B3A2F-B0BF-4D1C-ADED-AFFA6AE06D0A}">
      <dsp:nvSpPr>
        <dsp:cNvPr id="0" name=""/>
        <dsp:cNvSpPr/>
      </dsp:nvSpPr>
      <dsp:spPr>
        <a:xfrm>
          <a:off x="5635800" y="534037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9BF290-7C6C-4ECF-A2EB-77ED14E692E5}">
      <dsp:nvSpPr>
        <dsp:cNvPr id="0" name=""/>
        <dsp:cNvSpPr/>
      </dsp:nvSpPr>
      <dsp:spPr>
        <a:xfrm>
          <a:off x="5635800" y="218721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Model Settings</a:t>
          </a:r>
        </a:p>
      </dsp:txBody>
      <dsp:txXfrm>
        <a:off x="5635800" y="2187217"/>
        <a:ext cx="4320000" cy="648000"/>
      </dsp:txXfrm>
    </dsp:sp>
    <dsp:sp modelId="{A6D73896-1929-4AB4-84CA-55611683D5EA}">
      <dsp:nvSpPr>
        <dsp:cNvPr id="0" name=""/>
        <dsp:cNvSpPr/>
      </dsp:nvSpPr>
      <dsp:spPr>
        <a:xfrm>
          <a:off x="5635800" y="2900883"/>
          <a:ext cx="4320000" cy="91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Hidden size: 128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Loss Function: NLLLoss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Optimizer: SGD</a:t>
          </a:r>
        </a:p>
      </dsp:txBody>
      <dsp:txXfrm>
        <a:off x="5635800" y="2900883"/>
        <a:ext cx="4320000" cy="9164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D3E628-29C1-4F05-B84E-53C5CA4B8594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E80CF8-15BD-492A-BF60-F230183C80C0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2A3EB1-6DC2-437F-AA48-7E87BBFD18A3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Successfully built an RNN spam detector</a:t>
          </a:r>
        </a:p>
      </dsp:txBody>
      <dsp:txXfrm>
        <a:off x="1057183" y="1805"/>
        <a:ext cx="9458416" cy="915310"/>
      </dsp:txXfrm>
    </dsp:sp>
    <dsp:sp modelId="{0FE46DB8-A296-432F-B2CA-E756BBB26767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55E8B8-0738-435A-AC75-80AF384064B1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294B1-3734-4E65-8CE2-F2FEC5B3DD5F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Preprocessed text data</a:t>
          </a:r>
        </a:p>
      </dsp:txBody>
      <dsp:txXfrm>
        <a:off x="1057183" y="1145944"/>
        <a:ext cx="9458416" cy="915310"/>
      </dsp:txXfrm>
    </dsp:sp>
    <dsp:sp modelId="{752DF5FF-7258-4FA5-BC7D-F2D5FB93C421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B177E9-99DF-4E83-BA6E-D910027C9B93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55628-6D5B-43B7-9F4B-82C084CE9D39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Trained and tested predictions successfully</a:t>
          </a:r>
        </a:p>
      </dsp:txBody>
      <dsp:txXfrm>
        <a:off x="1057183" y="2290082"/>
        <a:ext cx="9458416" cy="915310"/>
      </dsp:txXfrm>
    </dsp:sp>
    <dsp:sp modelId="{7F1EEDFF-033A-4C18-A38B-1129970B86D9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8A1E36-05C7-429F-B664-879F25D42017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8C82CA-0882-4478-AC44-C692646EC8F8}">
      <dsp:nvSpPr>
        <dsp:cNvPr id="0" name=""/>
        <dsp:cNvSpPr/>
      </dsp:nvSpPr>
      <dsp:spPr>
        <a:xfrm>
          <a:off x="1057183" y="3434221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Future Improvements</a:t>
          </a:r>
        </a:p>
      </dsp:txBody>
      <dsp:txXfrm>
        <a:off x="1057183" y="3434221"/>
        <a:ext cx="4732020" cy="915310"/>
      </dsp:txXfrm>
    </dsp:sp>
    <dsp:sp modelId="{C99EC743-4C87-4853-9788-D49915DB6156}">
      <dsp:nvSpPr>
        <dsp:cNvPr id="0" name=""/>
        <dsp:cNvSpPr/>
      </dsp:nvSpPr>
      <dsp:spPr>
        <a:xfrm>
          <a:off x="5789203" y="3434221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Larger dataset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Better Accuracy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Advanced RNN models</a:t>
          </a:r>
        </a:p>
      </dsp:txBody>
      <dsp:txXfrm>
        <a:off x="5789203" y="3434221"/>
        <a:ext cx="472639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EB1D7-CA79-F443-87A0-49E111B65C07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1B691-E0E4-5C4F-9AB6-19EE7ED20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42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of this project was to build a machine learning model that can classify text messages as either spam or legitimate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B691-E0E4-5C4F-9AB6-19EE7ED2006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03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screenshot shows part of the dataset loaded into Pandas.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B691-E0E4-5C4F-9AB6-19EE7ED2006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5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RNNs work well for text data because they process information sequentially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B691-E0E4-5C4F-9AB6-19EE7ED2006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85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training the model, the dataset was cleaned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 values were checked and removed using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dropna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B691-E0E4-5C4F-9AB6-19EE7ED2006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35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labels in the dataset were categorical values, meaning they were text labels.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Ham was converted into 0 and spam was converted into 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B691-E0E4-5C4F-9AB6-19EE7ED2006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3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dataset was slightly imbalanced because there were more legitimate messages than spam messages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B691-E0E4-5C4F-9AB6-19EE7ED2006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11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NLLLoss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was used as the loss function and SGD was used as the optimizer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B691-E0E4-5C4F-9AB6-19EE7ED2006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37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B691-E0E4-5C4F-9AB6-19EE7ED2006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15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loss generally decreased over time, which indicates that the model was learning patterns from the SMS messages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B691-E0E4-5C4F-9AB6-19EE7ED2006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25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training, the model was tested using example messages.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RNN was able to classify both spam and legitimate messages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B691-E0E4-5C4F-9AB6-19EE7ED2006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17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BABE7-F6F0-A11A-56D6-CF3F18D7C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74E40-2913-5D84-0F05-925A5963B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CA80C-DF71-6ECE-60C0-0468A6354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036A-406E-5347-A1E7-B06DC1DDFF3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AA61B-D665-9F82-9D0D-529B2398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8134F-18B8-6639-2D23-DC583E43B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203E-0FF9-F245-856B-5F5533374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8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32CBF-B851-AD03-47BE-A8111A7AC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5BBA1-F589-E3D0-7B01-F432DB99E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F8CDD-BFB1-5075-F3E2-27E14BD4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036A-406E-5347-A1E7-B06DC1DDFF3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50156-9432-7379-57C7-342F9E3A9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48862-972E-6162-7B51-0BFAAFF21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203E-0FF9-F245-856B-5F5533374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1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647B8-507E-4A1D-DBA0-D0CC64C3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D6A41-9597-B86A-B21B-B9147F1BD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99201-CD8F-EB3F-1706-662731E24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036A-406E-5347-A1E7-B06DC1DDFF3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F08A0-C341-88AB-A0C6-93784BB83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0B00A-D412-728A-9903-0A3DF074B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203E-0FF9-F245-856B-5F5533374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90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FC4B-78D9-E0A4-5B93-5704184F4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AF735-6675-B56D-73A8-3B342B562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5AC07-135E-3E2A-BFF7-BF01FEA58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C8AC3-3055-4893-AF0B-477A68BDF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036A-406E-5347-A1E7-B06DC1DDFF30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BCD08-E3E6-DA8B-9525-038600FEA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2A472-C521-AB44-3778-3B27C3BF0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203E-0FF9-F245-856B-5F5533374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14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9284-BD85-1E2C-693B-39FAB4E33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C6421-07E2-ED1F-BBC2-4512174A1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97A8C-5DA7-A52A-7D53-DE8C3E974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B446FC-76C1-E425-50D0-CC31914A4C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32BA55-EC94-D3E4-19CD-42904E7511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7EACF5-1A83-E384-3413-0F5DD09C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036A-406E-5347-A1E7-B06DC1DDFF30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DE5FF7-A892-3D99-9399-7DA57A540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750CA3-F078-3243-7340-8BEE2C14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203E-0FF9-F245-856B-5F5533374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4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59DB-026B-BB01-7C0D-545492E78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5F893-23C6-09C9-220C-52A91924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036A-406E-5347-A1E7-B06DC1DDFF30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639CC-0141-230D-C0F5-CDED123EB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E286F-4E22-F851-19E1-0156B72F7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203E-0FF9-F245-856B-5F5533374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40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77E2C3-CCED-70A9-549E-401EF30B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036A-406E-5347-A1E7-B06DC1DDFF30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CFC7F-68D7-04DF-2764-EC4EB7478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C3C5F-6FB6-31ED-69CF-F5EB04C62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203E-0FF9-F245-856B-5F5533374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06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4F140-B6DE-13E0-F394-AF8C1ED18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91FCE-15CA-95CE-A305-AE8BAB76A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9D0EB-BBBC-F1CB-0DA9-A656B7E53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41A72-D711-B6C7-85CB-73BC7E39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036A-406E-5347-A1E7-B06DC1DDFF30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56365-28B8-7F86-E647-4FAEE930C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B5B0B-937C-0F8E-3649-3B4442EC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203E-0FF9-F245-856B-5F5533374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94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0CCE7-7045-2081-00D9-6F35675A1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695F1A-01AA-4A26-C346-AE64D4B07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9814D-CCBD-ECF3-162A-A524763A0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6CF7E-84BE-3A06-B8E9-458D3F9B8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036A-406E-5347-A1E7-B06DC1DDFF30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EA099-C815-93EA-491F-0F0DFCC3B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79AB8-24DE-12D3-7A84-5E7A4714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203E-0FF9-F245-856B-5F5533374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86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8820B-7F84-6A0D-A73F-8F1BC1D3F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5B4654-64EB-19D6-DFF7-2E04637E8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7CAEE-F64D-19DD-E55C-5605DC9E9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036A-406E-5347-A1E7-B06DC1DDFF3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ED80F-F9E6-627D-F13F-14C21BE21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E0F00-F251-42DC-1E4D-27184AC48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203E-0FF9-F245-856B-5F5533374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87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F6CB7A-7E10-0FC6-FB42-27657C302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5846B8-477A-D72E-325B-95C66A9A0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DE6BE-237E-041F-2CE0-737CEE1A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036A-406E-5347-A1E7-B06DC1DDFF3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F6816-CBE4-F9D5-1C0E-DB420FBD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D8D39-DB84-D094-19F7-1F9F53B4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203E-0FF9-F245-856B-5F5533374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5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22573B-BE44-E8C2-6163-4726E235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D13FE-6C58-867F-FB96-F75689EA1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D3B57-6480-F028-129F-E93E3D928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8036A-406E-5347-A1E7-B06DC1DDFF3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474F5-6A02-F779-A5BC-46DCD4E47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64509-9253-560F-6A2F-2C67AA7A5C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64203E-0FF9-F245-856B-5F5533374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3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6.jpe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 descr="Network Technology Background">
            <a:extLst>
              <a:ext uri="{FF2B5EF4-FFF2-40B4-BE49-F238E27FC236}">
                <a16:creationId xmlns:a16="http://schemas.microsoft.com/office/drawing/2014/main" id="{BDAD5959-7AF9-A099-6B11-836F4B817CF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b="3434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037971-1F16-E8F8-8794-7175555DB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20775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SMS Spam Detection Using Recurrent Neural Network (RNN)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04BF1-B23B-61DB-5CDC-3F4446E17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181" y="3514853"/>
            <a:ext cx="9795637" cy="205704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Caitlin Travis</a:t>
            </a:r>
          </a:p>
          <a:p>
            <a:r>
              <a:rPr lang="en-US" dirty="0">
                <a:solidFill>
                  <a:srgbClr val="FFFFFF"/>
                </a:solidFill>
              </a:rPr>
              <a:t>Machine Learning</a:t>
            </a:r>
          </a:p>
          <a:p>
            <a:r>
              <a:rPr lang="en-US" dirty="0">
                <a:solidFill>
                  <a:srgbClr val="FFFFFF"/>
                </a:solidFill>
              </a:rPr>
              <a:t>Omar El Khatib</a:t>
            </a:r>
          </a:p>
          <a:p>
            <a:r>
              <a:rPr lang="en-US" dirty="0">
                <a:solidFill>
                  <a:srgbClr val="FFFFFF"/>
                </a:solidFill>
              </a:rPr>
              <a:t>5/6/26</a:t>
            </a:r>
          </a:p>
        </p:txBody>
      </p:sp>
    </p:spTree>
    <p:extLst>
      <p:ext uri="{BB962C8B-B14F-4D97-AF65-F5344CB8AC3E}">
        <p14:creationId xmlns:p14="http://schemas.microsoft.com/office/powerpoint/2010/main" val="1909066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7C3DB-373B-753D-188C-D6F06F81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Being Solved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CE655AA-5E01-0816-2DD8-52243834CAE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8411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66741-E412-2C64-6360-73F8AA4A5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dirty="0"/>
              <a:t>Dataset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1D7B8A8A-4C3F-BE49-059E-19735F71B7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39192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1E9DCC9F-7756-75EC-FA6B-972D354D6C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362" y="4161340"/>
            <a:ext cx="2978001" cy="7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69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9D69-91D1-080A-748C-D6E7F871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Used</a:t>
            </a: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A7D489EA-0EC8-F2CA-7EC7-D701D0E9529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10250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18094-E477-547E-3D7F-184E85F33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Missing Data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2F1724-5F17-0711-FD8C-A66DD1F0E5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1995120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7470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2FCFB8-E9B7-F88D-DADC-F5335845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Categorical Columns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E1815-60BF-7EC5-BC5F-7362E4719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US"/>
              <a:t>Categorical Data</a:t>
            </a:r>
          </a:p>
          <a:p>
            <a:pPr marL="457200" lvl="1" indent="0">
              <a:buNone/>
            </a:pPr>
            <a:r>
              <a:rPr lang="en-US"/>
              <a:t>The labels were text values:</a:t>
            </a:r>
          </a:p>
          <a:p>
            <a:pPr marL="457200" lvl="1" indent="0">
              <a:buNone/>
            </a:pPr>
            <a:r>
              <a:rPr lang="en-US"/>
              <a:t>	ham</a:t>
            </a:r>
          </a:p>
          <a:p>
            <a:pPr marL="457200" lvl="1" indent="0">
              <a:buNone/>
            </a:pPr>
            <a:r>
              <a:rPr lang="en-US"/>
              <a:t>	spam</a:t>
            </a:r>
          </a:p>
          <a:p>
            <a:pPr marL="457200" lvl="1" indent="0">
              <a:buNone/>
            </a:pPr>
            <a:r>
              <a:rPr lang="en-US"/>
              <a:t>They were converted into numbers:</a:t>
            </a:r>
          </a:p>
          <a:p>
            <a:pPr marL="457200" lvl="1" indent="0">
              <a:buNone/>
            </a:pPr>
            <a:r>
              <a:rPr lang="en-US"/>
              <a:t>	ham-&gt;0</a:t>
            </a:r>
          </a:p>
          <a:p>
            <a:pPr marL="457200" lvl="1" indent="0">
              <a:buNone/>
            </a:pPr>
            <a:r>
              <a:rPr lang="en-US"/>
              <a:t>	spam-&gt;1</a:t>
            </a:r>
          </a:p>
          <a:p>
            <a:pPr marL="457200" lvl="1" indent="0">
              <a:buNone/>
            </a:pPr>
            <a:r>
              <a:rPr lang="en-US"/>
              <a:t>Why This Matters?</a:t>
            </a:r>
          </a:p>
          <a:p>
            <a:pPr marL="457200" lvl="1" indent="0">
              <a:buNone/>
            </a:pPr>
            <a:r>
              <a:rPr lang="en-US"/>
              <a:t>	Neural networks require numerical input</a:t>
            </a:r>
          </a:p>
          <a:p>
            <a:pPr marL="457200" lvl="1" indent="0">
              <a:buNone/>
            </a:pPr>
            <a:endParaRPr lang="en-US"/>
          </a:p>
          <a:p>
            <a:pPr lvl="1"/>
            <a:endParaRPr lang="en-US"/>
          </a:p>
          <a:p>
            <a:endParaRPr lang="en-US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24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8C180-B42D-585C-0BAB-59FFB2C2B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Imbalanced Data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47D645-C02C-D493-5284-829BCB7C35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7127556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1221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335E8-FBA7-3FCB-4005-630EE0733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7DAB2-413F-27C4-CD60-A18A1B0E3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No major numerical outliers existed</a:t>
            </a:r>
          </a:p>
          <a:p>
            <a:r>
              <a:rPr lang="en-US" sz="2400"/>
              <a:t>Main focus was text preprocessing and tensor conversion</a:t>
            </a:r>
          </a:p>
          <a:p>
            <a:endParaRPr lang="en-US" sz="2400"/>
          </a:p>
          <a:p>
            <a:r>
              <a:rPr lang="en-US" sz="2400"/>
              <a:t>Text Processing</a:t>
            </a:r>
          </a:p>
          <a:p>
            <a:pPr lvl="1"/>
            <a:r>
              <a:rPr lang="en-US" dirty="0"/>
              <a:t>Messages were converted into tensors</a:t>
            </a:r>
          </a:p>
          <a:p>
            <a:pPr lvl="1"/>
            <a:r>
              <a:rPr lang="en-US" dirty="0"/>
              <a:t>One-hot encoding was used</a:t>
            </a:r>
          </a:p>
        </p:txBody>
      </p:sp>
    </p:spTree>
    <p:extLst>
      <p:ext uri="{BB962C8B-B14F-4D97-AF65-F5344CB8AC3E}">
        <p14:creationId xmlns:p14="http://schemas.microsoft.com/office/powerpoint/2010/main" val="404140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A8EC8-6323-6D52-9BAF-BCE3F1F4B32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b="127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AEF20D-FA6B-A7FC-6B6F-FF21D541F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RNN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0B73E4-D4F5-B071-2879-D1C6746B93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38255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60896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81D41-1E21-2340-C5C6-966AA775F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RNN Model Code</a:t>
            </a:r>
          </a:p>
        </p:txBody>
      </p:sp>
      <p:pic>
        <p:nvPicPr>
          <p:cNvPr id="5" name="Content Placeholder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CFB2AAD2-D28D-FDD8-E043-9D00BB3FC3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7316" y="935929"/>
            <a:ext cx="6780700" cy="498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83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25178-60FE-8330-CE2D-B7F563BA9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Results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0352D-B9C7-3251-4CD2-7DB314DB7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Training Graph</a:t>
            </a:r>
          </a:p>
          <a:p>
            <a:r>
              <a:rPr lang="en-US" sz="2200" dirty="0"/>
              <a:t>What Happened</a:t>
            </a:r>
          </a:p>
          <a:p>
            <a:pPr lvl="1"/>
            <a:r>
              <a:rPr lang="en-US" sz="2200" dirty="0"/>
              <a:t>Loss generally decreased during training</a:t>
            </a:r>
          </a:p>
          <a:p>
            <a:pPr lvl="1"/>
            <a:r>
              <a:rPr lang="en-US" sz="2200" dirty="0"/>
              <a:t>The model learned patterns from the messages</a:t>
            </a:r>
          </a:p>
        </p:txBody>
      </p:sp>
      <p:pic>
        <p:nvPicPr>
          <p:cNvPr id="10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3227F4F7-2697-0D2D-B15B-AFC42CCE4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702031"/>
            <a:ext cx="6903720" cy="545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62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A64C4-84EF-2A41-D2DE-E63B38E3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Prediction Examples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25B4A-AE7D-CCB8-5F87-84D1E9FF2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8D740A3-D005-E701-3936-A65CAEE35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562334"/>
              </p:ext>
            </p:extLst>
          </p:nvPr>
        </p:nvGraphicFramePr>
        <p:xfrm>
          <a:off x="1614041" y="3375882"/>
          <a:ext cx="81280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7081150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7858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Message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Prediction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352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“Hey are we still meeting today?”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Legitimate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74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“URGENT! Claim your cash reward now!”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Spam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686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“Congratulations! You won a free iPhone!”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Spam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124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10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8E06E-DB5A-E459-47FC-246138E21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A5D9904-9537-46C3-BE50-5B9C3F9617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1213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524</Words>
  <Application>Microsoft Macintosh PowerPoint</Application>
  <PresentationFormat>Widescreen</PresentationFormat>
  <Paragraphs>121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SMS Spam Detection Using Recurrent Neural Network (RNN)</vt:lpstr>
      <vt:lpstr>Problem Being Solved</vt:lpstr>
      <vt:lpstr>Dataset</vt:lpstr>
      <vt:lpstr>Method Used</vt:lpstr>
      <vt:lpstr>Missing Data</vt:lpstr>
      <vt:lpstr>Categorical Columns</vt:lpstr>
      <vt:lpstr>Imbalanced Data</vt:lpstr>
      <vt:lpstr>Outliers</vt:lpstr>
      <vt:lpstr>RNN Model</vt:lpstr>
      <vt:lpstr>RNN Model Code</vt:lpstr>
      <vt:lpstr>Results</vt:lpstr>
      <vt:lpstr>Prediction Examples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Caitlin Travis</dc:creator>
  <cp:lastModifiedBy>Caitlin Travis</cp:lastModifiedBy>
  <cp:revision>5</cp:revision>
  <dcterms:created xsi:type="dcterms:W3CDTF">2026-05-06T04:16:29Z</dcterms:created>
  <dcterms:modified xsi:type="dcterms:W3CDTF">2026-05-06T06:05:48Z</dcterms:modified>
</cp:coreProperties>
</file>